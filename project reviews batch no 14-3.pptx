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256" r:id="rId2"/>
    <p:sldId id="257" r:id="rId3"/>
    <p:sldId id="287" r:id="rId4"/>
    <p:sldId id="258" r:id="rId5"/>
    <p:sldId id="259" r:id="rId6"/>
    <p:sldId id="260" r:id="rId7"/>
    <p:sldId id="261" r:id="rId8"/>
    <p:sldId id="284" r:id="rId9"/>
    <p:sldId id="285" r:id="rId10"/>
    <p:sldId id="286" r:id="rId11"/>
    <p:sldId id="263" r:id="rId12"/>
    <p:sldId id="264" r:id="rId13"/>
    <p:sldId id="265" r:id="rId14"/>
    <p:sldId id="266" r:id="rId15"/>
    <p:sldId id="267" r:id="rId16"/>
    <p:sldId id="268" r:id="rId17"/>
    <p:sldId id="270" r:id="rId18"/>
    <p:sldId id="271" r:id="rId19"/>
    <p:sldId id="262" r:id="rId20"/>
    <p:sldId id="269" r:id="rId21"/>
    <p:sldId id="272" r:id="rId22"/>
    <p:sldId id="273" r:id="rId23"/>
    <p:sldId id="274" r:id="rId24"/>
    <p:sldId id="275" r:id="rId25"/>
    <p:sldId id="277" r:id="rId26"/>
    <p:sldId id="278" r:id="rId27"/>
    <p:sldId id="276" r:id="rId28"/>
    <p:sldId id="279" r:id="rId29"/>
    <p:sldId id="280" r:id="rId30"/>
    <p:sldId id="288" r:id="rId31"/>
    <p:sldId id="306" r:id="rId32"/>
    <p:sldId id="290" r:id="rId33"/>
    <p:sldId id="305" r:id="rId34"/>
    <p:sldId id="307" r:id="rId35"/>
    <p:sldId id="293" r:id="rId36"/>
    <p:sldId id="292" r:id="rId37"/>
    <p:sldId id="294" r:id="rId38"/>
    <p:sldId id="299" r:id="rId39"/>
    <p:sldId id="300" r:id="rId40"/>
    <p:sldId id="298" r:id="rId41"/>
    <p:sldId id="297" r:id="rId42"/>
    <p:sldId id="304" r:id="rId43"/>
    <p:sldId id="308" r:id="rId44"/>
    <p:sldId id="282" r:id="rId45"/>
    <p:sldId id="295" r:id="rId46"/>
    <p:sldId id="296" r:id="rId47"/>
    <p:sldId id="283" r:id="rId48"/>
  </p:sldIdLst>
  <p:sldSz cx="9144000" cy="5143500" type="screen16x9"/>
  <p:notesSz cx="9144000" cy="5143500"/>
  <p:embeddedFontLst>
    <p:embeddedFont>
      <p:font typeface="Open Sans" panose="020B060603050402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CO1KUMuXIElj4LIr6VvFEZtTI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2pPr>
            <a:lvl3pPr marR="0" lvl="2"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3pPr>
            <a:lvl4pPr marR="0" lvl="3"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4pPr>
            <a:lvl5pPr marR="0" lvl="4"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5pPr>
            <a:lvl6pPr marR="0" lvl="5"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6pPr>
            <a:lvl7pPr marR="0" lvl="6"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7pPr>
            <a:lvl8pPr marR="0" lvl="7"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8pPr>
            <a:lvl9pPr marR="0" lvl="8"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2pPr>
            <a:lvl3pPr marR="0" lvl="2"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3pPr>
            <a:lvl4pPr marR="0" lvl="3"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4pPr>
            <a:lvl5pPr marR="0" lvl="4"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5pPr>
            <a:lvl6pPr marR="0" lvl="5"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6pPr>
            <a:lvl7pPr marR="0" lvl="6"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7pPr>
            <a:lvl8pPr marR="0" lvl="7"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8pPr>
            <a:lvl9pPr marR="0" lvl="8"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1pPr>
            <a:lvl2pPr marL="914400" marR="0" lvl="1" indent="-22860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2pPr>
            <a:lvl3pPr marL="1371600" marR="0" lvl="2" indent="-22860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3pPr>
            <a:lvl4pPr marL="1828800" marR="0" lvl="3" indent="-22860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4pPr>
            <a:lvl5pPr marL="2286000" marR="0" lvl="4" indent="-22860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5pPr>
            <a:lvl6pPr marL="2743200" marR="0" lvl="5" indent="-22860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6pPr>
            <a:lvl7pPr marL="3200400" marR="0" lvl="6" indent="-22860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7pPr>
            <a:lvl8pPr marL="3657600" marR="0" lvl="7" indent="-22860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8pPr>
            <a:lvl9pPr marL="4114800" marR="0" lvl="8" indent="-22860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2pPr>
            <a:lvl3pPr marR="0" lvl="2"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3pPr>
            <a:lvl4pPr marR="0" lvl="3"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4pPr>
            <a:lvl5pPr marR="0" lvl="4"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5pPr>
            <a:lvl6pPr marR="0" lvl="5"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6pPr>
            <a:lvl7pPr marR="0" lvl="6"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7pPr>
            <a:lvl8pPr marR="0" lvl="7"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8pPr>
            <a:lvl9pPr marR="0" lvl="8"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Open Sans"/>
                <a:ea typeface="Open Sans"/>
                <a:cs typeface="Open Sans"/>
                <a:sym typeface="Open Sans"/>
              </a:rPr>
              <a:t>‹#›</a:t>
            </a:fld>
            <a:endParaRPr sz="1200" b="0" i="0" u="none" strike="noStrike" cap="none">
              <a:solidFill>
                <a:schemeClr val="dk1"/>
              </a:solidFill>
              <a:latin typeface="Open Sans"/>
              <a:ea typeface="Open Sans"/>
              <a:cs typeface="Open Sans"/>
              <a:sym typeface="Open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0"/>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US"/>
              <a:t>&lt;#&gt;</a:t>
            </a:r>
            <a:endParaRPr/>
          </a:p>
        </p:txBody>
      </p:sp>
      <p:sp>
        <p:nvSpPr>
          <p:cNvPr id="17" name="Google Shape;17;p30"/>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0"/>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advTm="1000">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
        <p:cNvGrpSpPr/>
        <p:nvPr/>
      </p:nvGrpSpPr>
      <p:grpSpPr>
        <a:xfrm>
          <a:off x="0" y="0"/>
          <a:ext cx="0" cy="0"/>
          <a:chOff x="0" y="0"/>
          <a:chExt cx="0" cy="0"/>
        </a:xfrm>
      </p:grpSpPr>
      <p:sp>
        <p:nvSpPr>
          <p:cNvPr id="20" name="Google Shape;20;p31"/>
          <p:cNvSpPr txBox="1">
            <a:spLocks noGrp="1"/>
          </p:cNvSpPr>
          <p:nvPr>
            <p:ph type="body" idx="1"/>
          </p:nvPr>
        </p:nvSpPr>
        <p:spPr>
          <a:xfrm>
            <a:off x="762000" y="1400175"/>
            <a:ext cx="3619500" cy="540644"/>
          </a:xfrm>
          <a:prstGeom prst="rect">
            <a:avLst/>
          </a:prstGeom>
          <a:noFill/>
          <a:ln>
            <a:noFill/>
          </a:ln>
        </p:spPr>
        <p:txBody>
          <a:bodyPr spcFirstLastPara="1" wrap="square" lIns="91425" tIns="93600" rIns="91425" bIns="45700" anchor="ctr" anchorCtr="0">
            <a:normAutofit/>
          </a:bodyPr>
          <a:lstStyle>
            <a:lvl1pPr marL="457200" lvl="0" indent="-228600" algn="l">
              <a:spcBef>
                <a:spcPts val="1200"/>
              </a:spcBef>
              <a:spcAft>
                <a:spcPts val="0"/>
              </a:spcAft>
              <a:buSzPts val="1600"/>
              <a:buNone/>
              <a:defRPr sz="1600" b="0" i="0" cap="none">
                <a:solidFill>
                  <a:schemeClr val="accent1"/>
                </a:solidFill>
                <a:latin typeface="Open Sans"/>
                <a:ea typeface="Open Sans"/>
                <a:cs typeface="Open Sans"/>
                <a:sym typeface="Open Sans"/>
              </a:defRPr>
            </a:lvl1pPr>
            <a:lvl2pPr marL="914400" lvl="1" indent="-228600" algn="l">
              <a:spcBef>
                <a:spcPts val="300"/>
              </a:spcBef>
              <a:spcAft>
                <a:spcPts val="0"/>
              </a:spcAft>
              <a:buSzPts val="2000"/>
              <a:buNone/>
              <a:defRPr sz="2000" b="1">
                <a:latin typeface="Open Sans"/>
                <a:ea typeface="Open Sans"/>
                <a:cs typeface="Open Sans"/>
                <a:sym typeface="Open Sans"/>
              </a:defRPr>
            </a:lvl2pPr>
            <a:lvl3pPr marL="1371600" lvl="2" indent="-228600" algn="l">
              <a:spcBef>
                <a:spcPts val="300"/>
              </a:spcBef>
              <a:spcAft>
                <a:spcPts val="0"/>
              </a:spcAft>
              <a:buSzPts val="1800"/>
              <a:buNone/>
              <a:defRPr sz="1800" b="1">
                <a:latin typeface="Open Sans"/>
                <a:ea typeface="Open Sans"/>
                <a:cs typeface="Open Sans"/>
                <a:sym typeface="Open Sans"/>
              </a:defRPr>
            </a:lvl3pPr>
            <a:lvl4pPr marL="1828800" lvl="3" indent="-228600" algn="l">
              <a:spcBef>
                <a:spcPts val="300"/>
              </a:spcBef>
              <a:spcAft>
                <a:spcPts val="0"/>
              </a:spcAft>
              <a:buSzPts val="1600"/>
              <a:buNone/>
              <a:defRPr sz="1600" b="1">
                <a:latin typeface="Open Sans"/>
                <a:ea typeface="Open Sans"/>
                <a:cs typeface="Open Sans"/>
                <a:sym typeface="Open Sans"/>
              </a:defRPr>
            </a:lvl4pPr>
            <a:lvl5pPr marL="2286000" lvl="4" indent="-228600" algn="l">
              <a:spcBef>
                <a:spcPts val="300"/>
              </a:spcBef>
              <a:spcAft>
                <a:spcPts val="0"/>
              </a:spcAft>
              <a:buSzPts val="1600"/>
              <a:buNone/>
              <a:defRPr sz="1600" b="1">
                <a:latin typeface="Open Sans"/>
                <a:ea typeface="Open Sans"/>
                <a:cs typeface="Open Sans"/>
                <a:sym typeface="Open Sans"/>
              </a:defRPr>
            </a:lvl5pPr>
            <a:lvl6pPr marL="2743200" lvl="5" indent="-228600" algn="l">
              <a:spcBef>
                <a:spcPts val="320"/>
              </a:spcBef>
              <a:spcAft>
                <a:spcPts val="0"/>
              </a:spcAft>
              <a:buClr>
                <a:srgbClr val="7F7F7F"/>
              </a:buClr>
              <a:buSzPts val="1600"/>
              <a:buNone/>
              <a:defRPr sz="1600" b="1">
                <a:latin typeface="Open Sans"/>
                <a:ea typeface="Open Sans"/>
                <a:cs typeface="Open Sans"/>
                <a:sym typeface="Open Sans"/>
              </a:defRPr>
            </a:lvl6pPr>
            <a:lvl7pPr marL="3200400" lvl="6" indent="-228600" algn="l">
              <a:spcBef>
                <a:spcPts val="320"/>
              </a:spcBef>
              <a:spcAft>
                <a:spcPts val="0"/>
              </a:spcAft>
              <a:buClr>
                <a:srgbClr val="7F7F7F"/>
              </a:buClr>
              <a:buSzPts val="1600"/>
              <a:buNone/>
              <a:defRPr sz="1600" b="1">
                <a:latin typeface="Open Sans"/>
                <a:ea typeface="Open Sans"/>
                <a:cs typeface="Open Sans"/>
                <a:sym typeface="Open Sans"/>
              </a:defRPr>
            </a:lvl7pPr>
            <a:lvl8pPr marL="3657600" lvl="7" indent="-228600" algn="l">
              <a:spcBef>
                <a:spcPts val="320"/>
              </a:spcBef>
              <a:spcAft>
                <a:spcPts val="0"/>
              </a:spcAft>
              <a:buClr>
                <a:srgbClr val="7F7F7F"/>
              </a:buClr>
              <a:buSzPts val="1600"/>
              <a:buNone/>
              <a:defRPr sz="1600" b="1">
                <a:latin typeface="Open Sans"/>
                <a:ea typeface="Open Sans"/>
                <a:cs typeface="Open Sans"/>
                <a:sym typeface="Open Sans"/>
              </a:defRPr>
            </a:lvl8pPr>
            <a:lvl9pPr marL="4114800" lvl="8" indent="-228600" algn="l">
              <a:spcBef>
                <a:spcPts val="320"/>
              </a:spcBef>
              <a:spcAft>
                <a:spcPts val="0"/>
              </a:spcAft>
              <a:buClr>
                <a:srgbClr val="7F7F7F"/>
              </a:buClr>
              <a:buSzPts val="1600"/>
              <a:buNone/>
              <a:defRPr sz="1600" b="1">
                <a:latin typeface="Open Sans"/>
                <a:ea typeface="Open Sans"/>
                <a:cs typeface="Open Sans"/>
                <a:sym typeface="Open Sans"/>
              </a:defRPr>
            </a:lvl9pPr>
          </a:lstStyle>
          <a:p>
            <a:endParaRPr/>
          </a:p>
        </p:txBody>
      </p:sp>
      <p:sp>
        <p:nvSpPr>
          <p:cNvPr id="21" name="Google Shape;21;p31"/>
          <p:cNvSpPr txBox="1">
            <a:spLocks noGrp="1"/>
          </p:cNvSpPr>
          <p:nvPr>
            <p:ph type="body" idx="2"/>
          </p:nvPr>
        </p:nvSpPr>
        <p:spPr>
          <a:xfrm>
            <a:off x="4754717" y="1400175"/>
            <a:ext cx="3619500" cy="540644"/>
          </a:xfrm>
          <a:prstGeom prst="rect">
            <a:avLst/>
          </a:prstGeom>
          <a:noFill/>
          <a:ln>
            <a:noFill/>
          </a:ln>
        </p:spPr>
        <p:txBody>
          <a:bodyPr spcFirstLastPara="1" wrap="square" lIns="91425" tIns="93600" rIns="91425" bIns="45700" anchor="ctr" anchorCtr="0">
            <a:normAutofit/>
          </a:bodyPr>
          <a:lstStyle>
            <a:lvl1pPr marL="457200" lvl="0" indent="-228600" algn="l">
              <a:spcBef>
                <a:spcPts val="1200"/>
              </a:spcBef>
              <a:spcAft>
                <a:spcPts val="0"/>
              </a:spcAft>
              <a:buSzPts val="1600"/>
              <a:buNone/>
              <a:defRPr sz="1600" b="0" i="0" cap="none">
                <a:solidFill>
                  <a:schemeClr val="accent1"/>
                </a:solidFill>
                <a:latin typeface="Open Sans"/>
                <a:ea typeface="Open Sans"/>
                <a:cs typeface="Open Sans"/>
                <a:sym typeface="Open Sans"/>
              </a:defRPr>
            </a:lvl1pPr>
            <a:lvl2pPr marL="914400" lvl="1" indent="-228600" algn="l">
              <a:spcBef>
                <a:spcPts val="300"/>
              </a:spcBef>
              <a:spcAft>
                <a:spcPts val="0"/>
              </a:spcAft>
              <a:buSzPts val="2000"/>
              <a:buNone/>
              <a:defRPr sz="2000" b="1">
                <a:latin typeface="Open Sans"/>
                <a:ea typeface="Open Sans"/>
                <a:cs typeface="Open Sans"/>
                <a:sym typeface="Open Sans"/>
              </a:defRPr>
            </a:lvl2pPr>
            <a:lvl3pPr marL="1371600" lvl="2" indent="-228600" algn="l">
              <a:spcBef>
                <a:spcPts val="300"/>
              </a:spcBef>
              <a:spcAft>
                <a:spcPts val="0"/>
              </a:spcAft>
              <a:buSzPts val="1800"/>
              <a:buNone/>
              <a:defRPr sz="1800" b="1">
                <a:latin typeface="Open Sans"/>
                <a:ea typeface="Open Sans"/>
                <a:cs typeface="Open Sans"/>
                <a:sym typeface="Open Sans"/>
              </a:defRPr>
            </a:lvl3pPr>
            <a:lvl4pPr marL="1828800" lvl="3" indent="-228600" algn="l">
              <a:spcBef>
                <a:spcPts val="300"/>
              </a:spcBef>
              <a:spcAft>
                <a:spcPts val="0"/>
              </a:spcAft>
              <a:buSzPts val="1600"/>
              <a:buNone/>
              <a:defRPr sz="1600" b="1">
                <a:latin typeface="Open Sans"/>
                <a:ea typeface="Open Sans"/>
                <a:cs typeface="Open Sans"/>
                <a:sym typeface="Open Sans"/>
              </a:defRPr>
            </a:lvl4pPr>
            <a:lvl5pPr marL="2286000" lvl="4" indent="-228600" algn="l">
              <a:spcBef>
                <a:spcPts val="300"/>
              </a:spcBef>
              <a:spcAft>
                <a:spcPts val="0"/>
              </a:spcAft>
              <a:buSzPts val="1600"/>
              <a:buNone/>
              <a:defRPr sz="1600" b="1">
                <a:latin typeface="Open Sans"/>
                <a:ea typeface="Open Sans"/>
                <a:cs typeface="Open Sans"/>
                <a:sym typeface="Open Sans"/>
              </a:defRPr>
            </a:lvl5pPr>
            <a:lvl6pPr marL="2743200" lvl="5" indent="-228600" algn="l">
              <a:spcBef>
                <a:spcPts val="320"/>
              </a:spcBef>
              <a:spcAft>
                <a:spcPts val="0"/>
              </a:spcAft>
              <a:buClr>
                <a:srgbClr val="7F7F7F"/>
              </a:buClr>
              <a:buSzPts val="1600"/>
              <a:buNone/>
              <a:defRPr sz="1600" b="1">
                <a:latin typeface="Open Sans"/>
                <a:ea typeface="Open Sans"/>
                <a:cs typeface="Open Sans"/>
                <a:sym typeface="Open Sans"/>
              </a:defRPr>
            </a:lvl6pPr>
            <a:lvl7pPr marL="3200400" lvl="6" indent="-228600" algn="l">
              <a:spcBef>
                <a:spcPts val="320"/>
              </a:spcBef>
              <a:spcAft>
                <a:spcPts val="0"/>
              </a:spcAft>
              <a:buClr>
                <a:srgbClr val="7F7F7F"/>
              </a:buClr>
              <a:buSzPts val="1600"/>
              <a:buNone/>
              <a:defRPr sz="1600" b="1">
                <a:latin typeface="Open Sans"/>
                <a:ea typeface="Open Sans"/>
                <a:cs typeface="Open Sans"/>
                <a:sym typeface="Open Sans"/>
              </a:defRPr>
            </a:lvl7pPr>
            <a:lvl8pPr marL="3657600" lvl="7" indent="-228600" algn="l">
              <a:spcBef>
                <a:spcPts val="320"/>
              </a:spcBef>
              <a:spcAft>
                <a:spcPts val="0"/>
              </a:spcAft>
              <a:buClr>
                <a:srgbClr val="7F7F7F"/>
              </a:buClr>
              <a:buSzPts val="1600"/>
              <a:buNone/>
              <a:defRPr sz="1600" b="1">
                <a:latin typeface="Open Sans"/>
                <a:ea typeface="Open Sans"/>
                <a:cs typeface="Open Sans"/>
                <a:sym typeface="Open Sans"/>
              </a:defRPr>
            </a:lvl8pPr>
            <a:lvl9pPr marL="4114800" lvl="8" indent="-228600" algn="l">
              <a:spcBef>
                <a:spcPts val="320"/>
              </a:spcBef>
              <a:spcAft>
                <a:spcPts val="0"/>
              </a:spcAft>
              <a:buClr>
                <a:srgbClr val="7F7F7F"/>
              </a:buClr>
              <a:buSzPts val="1600"/>
              <a:buNone/>
              <a:defRPr sz="1600" b="1">
                <a:latin typeface="Open Sans"/>
                <a:ea typeface="Open Sans"/>
                <a:cs typeface="Open Sans"/>
                <a:sym typeface="Open Sans"/>
              </a:defRPr>
            </a:lvl9pPr>
          </a:lstStyle>
          <a:p>
            <a:endParaRPr/>
          </a:p>
        </p:txBody>
      </p:sp>
      <p:sp>
        <p:nvSpPr>
          <p:cNvPr id="22" name="Google Shape;22;p31"/>
          <p:cNvSpPr txBox="1">
            <a:spLocks noGrp="1"/>
          </p:cNvSpPr>
          <p:nvPr>
            <p:ph type="body" idx="3"/>
          </p:nvPr>
        </p:nvSpPr>
        <p:spPr>
          <a:xfrm>
            <a:off x="762000" y="1961537"/>
            <a:ext cx="3619500" cy="2510865"/>
          </a:xfrm>
          <a:prstGeom prst="rect">
            <a:avLst/>
          </a:prstGeom>
          <a:noFill/>
          <a:ln>
            <a:noFill/>
          </a:ln>
        </p:spPr>
        <p:txBody>
          <a:bodyPr spcFirstLastPara="1" wrap="square" lIns="91425" tIns="93600" rIns="91425" bIns="45700" anchor="t" anchorCtr="0">
            <a:normAutofit/>
          </a:bodyPr>
          <a:lstStyle>
            <a:lvl1pPr marL="457200" lvl="0" indent="-342900" algn="l">
              <a:spcBef>
                <a:spcPts val="1200"/>
              </a:spcBef>
              <a:spcAft>
                <a:spcPts val="0"/>
              </a:spcAft>
              <a:buSzPts val="1800"/>
              <a:buChar char="•"/>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42900" algn="l">
              <a:spcBef>
                <a:spcPts val="300"/>
              </a:spcBef>
              <a:spcAft>
                <a:spcPts val="0"/>
              </a:spcAft>
              <a:buSzPts val="1800"/>
              <a:buChar char="-"/>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23" name="Google Shape;23;p31"/>
          <p:cNvSpPr txBox="1">
            <a:spLocks noGrp="1"/>
          </p:cNvSpPr>
          <p:nvPr>
            <p:ph type="title"/>
          </p:nvPr>
        </p:nvSpPr>
        <p:spPr>
          <a:xfrm>
            <a:off x="762000" y="349045"/>
            <a:ext cx="7620000" cy="857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1"/>
          <p:cNvSpPr txBox="1">
            <a:spLocks noGrp="1"/>
          </p:cNvSpPr>
          <p:nvPr>
            <p:ph type="body" idx="4"/>
          </p:nvPr>
        </p:nvSpPr>
        <p:spPr>
          <a:xfrm>
            <a:off x="4751443" y="1961537"/>
            <a:ext cx="3619500" cy="2510865"/>
          </a:xfrm>
          <a:prstGeom prst="rect">
            <a:avLst/>
          </a:prstGeom>
          <a:noFill/>
          <a:ln>
            <a:noFill/>
          </a:ln>
        </p:spPr>
        <p:txBody>
          <a:bodyPr spcFirstLastPara="1" wrap="square" lIns="91425" tIns="93600" rIns="91425" bIns="45700" anchor="t" anchorCtr="0">
            <a:normAutofit/>
          </a:bodyPr>
          <a:lstStyle>
            <a:lvl1pPr marL="457200" lvl="0" indent="-342900" algn="l">
              <a:spcBef>
                <a:spcPts val="1200"/>
              </a:spcBef>
              <a:spcAft>
                <a:spcPts val="0"/>
              </a:spcAft>
              <a:buSzPts val="1800"/>
              <a:buChar char="•"/>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42900" algn="l">
              <a:spcBef>
                <a:spcPts val="300"/>
              </a:spcBef>
              <a:spcAft>
                <a:spcPts val="0"/>
              </a:spcAft>
              <a:buSzPts val="1800"/>
              <a:buChar char="-"/>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25" name="Google Shape;25;p31"/>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1"/>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1"/>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US"/>
              <a:t>&lt;#&gt;</a:t>
            </a:r>
            <a:endParaRPr/>
          </a:p>
        </p:txBody>
      </p:sp>
    </p:spTree>
  </p:cSld>
  <p:clrMapOvr>
    <a:masterClrMapping/>
  </p:clrMapOvr>
  <p:transition spd="slow" advTm="1000">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32"/>
          <p:cNvSpPr txBox="1">
            <a:spLocks noGrp="1"/>
          </p:cNvSpPr>
          <p:nvPr>
            <p:ph type="title"/>
          </p:nvPr>
        </p:nvSpPr>
        <p:spPr>
          <a:xfrm>
            <a:off x="762000" y="349045"/>
            <a:ext cx="7620000" cy="857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2"/>
          <p:cNvSpPr txBox="1">
            <a:spLocks noGrp="1"/>
          </p:cNvSpPr>
          <p:nvPr>
            <p:ph type="body" idx="1"/>
          </p:nvPr>
        </p:nvSpPr>
        <p:spPr>
          <a:xfrm>
            <a:off x="762000" y="1428750"/>
            <a:ext cx="7620000" cy="3048000"/>
          </a:xfrm>
          <a:prstGeom prst="rect">
            <a:avLst/>
          </a:prstGeom>
          <a:noFill/>
          <a:ln>
            <a:noFill/>
          </a:ln>
        </p:spPr>
        <p:txBody>
          <a:bodyPr spcFirstLastPara="1" wrap="square" lIns="91425" tIns="93600" rIns="91425" bIns="45700" anchor="t" anchorCtr="0">
            <a:normAutofit/>
          </a:bodyPr>
          <a:lstStyle>
            <a:lvl1pPr marL="457200" lvl="0" indent="-342900" algn="l">
              <a:spcBef>
                <a:spcPts val="1200"/>
              </a:spcBef>
              <a:spcAft>
                <a:spcPts val="0"/>
              </a:spcAft>
              <a:buSzPts val="1800"/>
              <a:buChar char="•"/>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42900" algn="l">
              <a:spcBef>
                <a:spcPts val="300"/>
              </a:spcBef>
              <a:spcAft>
                <a:spcPts val="0"/>
              </a:spcAft>
              <a:buSzPts val="1800"/>
              <a:buChar char="-"/>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31" name="Google Shape;31;p32"/>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US"/>
              <a:t>&lt;#&gt;</a:t>
            </a:r>
            <a:endParaRPr/>
          </a:p>
        </p:txBody>
      </p:sp>
      <p:sp>
        <p:nvSpPr>
          <p:cNvPr id="32" name="Google Shape;32;p32"/>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2"/>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advTm="1000">
    <p:wedg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Text, and Images">
  <p:cSld name="Title,Text, and Images">
    <p:spTree>
      <p:nvGrpSpPr>
        <p:cNvPr id="1" name="Shape 34"/>
        <p:cNvGrpSpPr/>
        <p:nvPr/>
      </p:nvGrpSpPr>
      <p:grpSpPr>
        <a:xfrm>
          <a:off x="0" y="0"/>
          <a:ext cx="0" cy="0"/>
          <a:chOff x="0" y="0"/>
          <a:chExt cx="0" cy="0"/>
        </a:xfrm>
      </p:grpSpPr>
      <p:sp>
        <p:nvSpPr>
          <p:cNvPr id="35" name="Google Shape;35;p33"/>
          <p:cNvSpPr/>
          <p:nvPr/>
        </p:nvSpPr>
        <p:spPr>
          <a:xfrm>
            <a:off x="774703" y="1417637"/>
            <a:ext cx="1850529" cy="2192337"/>
          </a:xfrm>
          <a:prstGeom prst="rect">
            <a:avLst/>
          </a:prstGeom>
          <a:noFill/>
          <a:ln w="9525" cap="flat" cmpd="sng">
            <a:solidFill>
              <a:srgbClr val="7F7F7F">
                <a:alpha val="4784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Open Sans"/>
              <a:ea typeface="Open Sans"/>
              <a:cs typeface="Open Sans"/>
              <a:sym typeface="Open Sans"/>
            </a:endParaRPr>
          </a:p>
        </p:txBody>
      </p:sp>
      <p:sp>
        <p:nvSpPr>
          <p:cNvPr id="36" name="Google Shape;36;p33"/>
          <p:cNvSpPr/>
          <p:nvPr/>
        </p:nvSpPr>
        <p:spPr>
          <a:xfrm>
            <a:off x="2774950" y="1417637"/>
            <a:ext cx="3580319" cy="2192337"/>
          </a:xfrm>
          <a:prstGeom prst="rect">
            <a:avLst/>
          </a:prstGeom>
          <a:noFill/>
          <a:ln w="9525" cap="flat" cmpd="sng">
            <a:solidFill>
              <a:srgbClr val="7F7F7F">
                <a:alpha val="4784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Open Sans"/>
              <a:ea typeface="Open Sans"/>
              <a:cs typeface="Open Sans"/>
              <a:sym typeface="Open Sans"/>
            </a:endParaRPr>
          </a:p>
        </p:txBody>
      </p:sp>
      <p:sp>
        <p:nvSpPr>
          <p:cNvPr id="37" name="Google Shape;37;p33"/>
          <p:cNvSpPr/>
          <p:nvPr/>
        </p:nvSpPr>
        <p:spPr>
          <a:xfrm>
            <a:off x="6496050" y="1417637"/>
            <a:ext cx="1882776" cy="2192337"/>
          </a:xfrm>
          <a:custGeom>
            <a:avLst/>
            <a:gdLst/>
            <a:ahLst/>
            <a:cxnLst/>
            <a:rect l="l" t="t" r="r" b="b"/>
            <a:pathLst>
              <a:path w="1882776" h="2192337" extrusionOk="0">
                <a:moveTo>
                  <a:pt x="9525" y="0"/>
                </a:moveTo>
                <a:lnTo>
                  <a:pt x="1882777" y="0"/>
                </a:lnTo>
                <a:lnTo>
                  <a:pt x="1882777" y="2192337"/>
                </a:lnTo>
                <a:lnTo>
                  <a:pt x="9525" y="2192337"/>
                </a:lnTo>
                <a:close/>
              </a:path>
            </a:pathLst>
          </a:custGeom>
          <a:noFill/>
          <a:ln w="9525" cap="flat" cmpd="sng">
            <a:solidFill>
              <a:srgbClr val="7F7F7F">
                <a:alpha val="4784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Open Sans"/>
              <a:ea typeface="Open Sans"/>
              <a:cs typeface="Open Sans"/>
              <a:sym typeface="Open Sans"/>
            </a:endParaRPr>
          </a:p>
        </p:txBody>
      </p:sp>
      <p:sp>
        <p:nvSpPr>
          <p:cNvPr id="38" name="Google Shape;38;p33"/>
          <p:cNvSpPr txBox="1">
            <a:spLocks noGrp="1"/>
          </p:cNvSpPr>
          <p:nvPr>
            <p:ph type="title"/>
          </p:nvPr>
        </p:nvSpPr>
        <p:spPr>
          <a:xfrm>
            <a:off x="762000" y="349045"/>
            <a:ext cx="7620000" cy="857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3"/>
          <p:cNvSpPr>
            <a:spLocks noGrp="1"/>
          </p:cNvSpPr>
          <p:nvPr>
            <p:ph type="pic" idx="2"/>
          </p:nvPr>
        </p:nvSpPr>
        <p:spPr>
          <a:xfrm>
            <a:off x="835027" y="1474787"/>
            <a:ext cx="1723499" cy="2074863"/>
          </a:xfrm>
          <a:prstGeom prst="rect">
            <a:avLst/>
          </a:prstGeom>
          <a:solidFill>
            <a:srgbClr val="F2F2F2"/>
          </a:solidFill>
          <a:ln>
            <a:noFill/>
          </a:ln>
        </p:spPr>
      </p:sp>
      <p:sp>
        <p:nvSpPr>
          <p:cNvPr id="40" name="Google Shape;40;p33"/>
          <p:cNvSpPr txBox="1">
            <a:spLocks noGrp="1"/>
          </p:cNvSpPr>
          <p:nvPr>
            <p:ph type="body" idx="1"/>
          </p:nvPr>
        </p:nvSpPr>
        <p:spPr>
          <a:xfrm>
            <a:off x="762000" y="3810000"/>
            <a:ext cx="1847850" cy="523875"/>
          </a:xfrm>
          <a:prstGeom prst="rect">
            <a:avLst/>
          </a:prstGeom>
          <a:noFill/>
          <a:ln>
            <a:noFill/>
          </a:ln>
        </p:spPr>
        <p:txBody>
          <a:bodyPr spcFirstLastPara="1" wrap="square" lIns="91425" tIns="93600" rIns="91425" bIns="45700" anchor="t" anchorCtr="0">
            <a:normAutofit/>
          </a:bodyPr>
          <a:lstStyle>
            <a:lvl1pPr marL="457200" lvl="0" indent="-228600" algn="ctr">
              <a:lnSpc>
                <a:spcPct val="100000"/>
              </a:lnSpc>
              <a:spcBef>
                <a:spcPts val="1200"/>
              </a:spcBef>
              <a:spcAft>
                <a:spcPts val="0"/>
              </a:spcAft>
              <a:buSzPts val="1200"/>
              <a:buFont typeface="Arial"/>
              <a:buNone/>
              <a:defRPr sz="1200" b="0">
                <a:solidFill>
                  <a:srgbClr val="262626"/>
                </a:solidFill>
                <a:latin typeface="Open Sans"/>
                <a:ea typeface="Open Sans"/>
                <a:cs typeface="Open Sans"/>
                <a:sym typeface="Open Sans"/>
              </a:defRPr>
            </a:lvl1pPr>
            <a:lvl2pPr marL="914400" lvl="1" indent="-292100" algn="l">
              <a:lnSpc>
                <a:spcPct val="129998"/>
              </a:lnSpc>
              <a:spcBef>
                <a:spcPts val="300"/>
              </a:spcBef>
              <a:spcAft>
                <a:spcPts val="0"/>
              </a:spcAft>
              <a:buSzPts val="1000"/>
              <a:buChar char="-"/>
              <a:defRPr sz="1000">
                <a:solidFill>
                  <a:srgbClr val="A5A5A5"/>
                </a:solidFill>
              </a:defRPr>
            </a:lvl2pPr>
            <a:lvl3pPr marL="1371600" lvl="2" indent="-295275" algn="l">
              <a:lnSpc>
                <a:spcPct val="114285"/>
              </a:lnSpc>
              <a:spcBef>
                <a:spcPts val="300"/>
              </a:spcBef>
              <a:spcAft>
                <a:spcPts val="0"/>
              </a:spcAft>
              <a:buSzPts val="1050"/>
              <a:buChar char="-"/>
              <a:defRPr sz="1050" i="1">
                <a:solidFill>
                  <a:srgbClr val="758DA5"/>
                </a:solidFill>
              </a:defRPr>
            </a:lvl3pPr>
            <a:lvl4pPr marL="1828800" lvl="3" indent="-295275" algn="l">
              <a:lnSpc>
                <a:spcPct val="114285"/>
              </a:lnSpc>
              <a:spcBef>
                <a:spcPts val="300"/>
              </a:spcBef>
              <a:spcAft>
                <a:spcPts val="0"/>
              </a:spcAft>
              <a:buSzPts val="1050"/>
              <a:buChar char="-"/>
              <a:defRPr sz="1050" i="0">
                <a:solidFill>
                  <a:srgbClr val="758DA5"/>
                </a:solidFill>
              </a:defRPr>
            </a:lvl4pPr>
            <a:lvl5pPr marL="2286000" lvl="4" indent="-295275" algn="l">
              <a:lnSpc>
                <a:spcPct val="114285"/>
              </a:lnSpc>
              <a:spcBef>
                <a:spcPts val="300"/>
              </a:spcBef>
              <a:spcAft>
                <a:spcPts val="0"/>
              </a:spcAft>
              <a:buSzPts val="1050"/>
              <a:buFont typeface="Arial"/>
              <a:buChar char="»"/>
              <a:defRPr sz="1050" i="1">
                <a:solidFill>
                  <a:srgbClr val="758DA5"/>
                </a:solidFill>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41" name="Google Shape;41;p33"/>
          <p:cNvSpPr>
            <a:spLocks noGrp="1"/>
          </p:cNvSpPr>
          <p:nvPr>
            <p:ph type="pic" idx="3"/>
          </p:nvPr>
        </p:nvSpPr>
        <p:spPr>
          <a:xfrm>
            <a:off x="2835275" y="1474787"/>
            <a:ext cx="3459670" cy="2074863"/>
          </a:xfrm>
          <a:prstGeom prst="rect">
            <a:avLst/>
          </a:prstGeom>
          <a:solidFill>
            <a:srgbClr val="F2F2F2"/>
          </a:solidFill>
          <a:ln>
            <a:noFill/>
          </a:ln>
        </p:spPr>
      </p:sp>
      <p:sp>
        <p:nvSpPr>
          <p:cNvPr id="42" name="Google Shape;42;p33"/>
          <p:cNvSpPr txBox="1">
            <a:spLocks noGrp="1"/>
          </p:cNvSpPr>
          <p:nvPr>
            <p:ph type="body" idx="4"/>
          </p:nvPr>
        </p:nvSpPr>
        <p:spPr>
          <a:xfrm>
            <a:off x="2777561" y="3810000"/>
            <a:ext cx="3577708" cy="523875"/>
          </a:xfrm>
          <a:prstGeom prst="rect">
            <a:avLst/>
          </a:prstGeom>
          <a:noFill/>
          <a:ln>
            <a:noFill/>
          </a:ln>
        </p:spPr>
        <p:txBody>
          <a:bodyPr spcFirstLastPara="1" wrap="square" lIns="91425" tIns="93600" rIns="91425" bIns="45700" anchor="t" anchorCtr="0">
            <a:normAutofit/>
          </a:bodyPr>
          <a:lstStyle>
            <a:lvl1pPr marL="457200" lvl="0" indent="-228600" algn="ctr">
              <a:lnSpc>
                <a:spcPct val="100000"/>
              </a:lnSpc>
              <a:spcBef>
                <a:spcPts val="1200"/>
              </a:spcBef>
              <a:spcAft>
                <a:spcPts val="0"/>
              </a:spcAft>
              <a:buSzPts val="1200"/>
              <a:buFont typeface="Arial"/>
              <a:buNone/>
              <a:defRPr sz="1200" b="0">
                <a:solidFill>
                  <a:srgbClr val="262626"/>
                </a:solidFill>
                <a:latin typeface="Open Sans"/>
                <a:ea typeface="Open Sans"/>
                <a:cs typeface="Open Sans"/>
                <a:sym typeface="Open Sans"/>
              </a:defRPr>
            </a:lvl1pPr>
            <a:lvl2pPr marL="914400" lvl="1" indent="-292100" algn="l">
              <a:lnSpc>
                <a:spcPct val="129998"/>
              </a:lnSpc>
              <a:spcBef>
                <a:spcPts val="300"/>
              </a:spcBef>
              <a:spcAft>
                <a:spcPts val="0"/>
              </a:spcAft>
              <a:buSzPts val="1000"/>
              <a:buChar char="-"/>
              <a:defRPr sz="1000">
                <a:solidFill>
                  <a:srgbClr val="A5A5A5"/>
                </a:solidFill>
              </a:defRPr>
            </a:lvl2pPr>
            <a:lvl3pPr marL="1371600" lvl="2" indent="-295275" algn="l">
              <a:lnSpc>
                <a:spcPct val="114285"/>
              </a:lnSpc>
              <a:spcBef>
                <a:spcPts val="300"/>
              </a:spcBef>
              <a:spcAft>
                <a:spcPts val="0"/>
              </a:spcAft>
              <a:buSzPts val="1050"/>
              <a:buChar char="-"/>
              <a:defRPr sz="1050" i="1">
                <a:solidFill>
                  <a:srgbClr val="758DA5"/>
                </a:solidFill>
              </a:defRPr>
            </a:lvl3pPr>
            <a:lvl4pPr marL="1828800" lvl="3" indent="-295275" algn="l">
              <a:lnSpc>
                <a:spcPct val="114285"/>
              </a:lnSpc>
              <a:spcBef>
                <a:spcPts val="300"/>
              </a:spcBef>
              <a:spcAft>
                <a:spcPts val="0"/>
              </a:spcAft>
              <a:buSzPts val="1050"/>
              <a:buChar char="-"/>
              <a:defRPr sz="1050" i="0">
                <a:solidFill>
                  <a:srgbClr val="758DA5"/>
                </a:solidFill>
              </a:defRPr>
            </a:lvl4pPr>
            <a:lvl5pPr marL="2286000" lvl="4" indent="-295275" algn="l">
              <a:lnSpc>
                <a:spcPct val="114285"/>
              </a:lnSpc>
              <a:spcBef>
                <a:spcPts val="300"/>
              </a:spcBef>
              <a:spcAft>
                <a:spcPts val="0"/>
              </a:spcAft>
              <a:buSzPts val="1050"/>
              <a:buFont typeface="Arial"/>
              <a:buChar char="»"/>
              <a:defRPr sz="1050" i="1">
                <a:solidFill>
                  <a:srgbClr val="758DA5"/>
                </a:solidFill>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43" name="Google Shape;43;p33"/>
          <p:cNvSpPr>
            <a:spLocks noGrp="1"/>
          </p:cNvSpPr>
          <p:nvPr>
            <p:ph type="pic" idx="5"/>
          </p:nvPr>
        </p:nvSpPr>
        <p:spPr>
          <a:xfrm>
            <a:off x="6581774" y="1474787"/>
            <a:ext cx="1724025" cy="2074863"/>
          </a:xfrm>
          <a:prstGeom prst="rect">
            <a:avLst/>
          </a:prstGeom>
          <a:solidFill>
            <a:srgbClr val="F2F2F2"/>
          </a:solidFill>
          <a:ln>
            <a:noFill/>
          </a:ln>
        </p:spPr>
      </p:sp>
      <p:sp>
        <p:nvSpPr>
          <p:cNvPr id="44" name="Google Shape;44;p33"/>
          <p:cNvSpPr txBox="1">
            <a:spLocks noGrp="1"/>
          </p:cNvSpPr>
          <p:nvPr>
            <p:ph type="body" idx="6"/>
          </p:nvPr>
        </p:nvSpPr>
        <p:spPr>
          <a:xfrm>
            <a:off x="6496050" y="3810000"/>
            <a:ext cx="1882775" cy="523875"/>
          </a:xfrm>
          <a:prstGeom prst="rect">
            <a:avLst/>
          </a:prstGeom>
          <a:noFill/>
          <a:ln>
            <a:noFill/>
          </a:ln>
        </p:spPr>
        <p:txBody>
          <a:bodyPr spcFirstLastPara="1" wrap="square" lIns="91425" tIns="93600" rIns="91425" bIns="45700" anchor="t" anchorCtr="0">
            <a:normAutofit/>
          </a:bodyPr>
          <a:lstStyle>
            <a:lvl1pPr marL="457200" lvl="0" indent="-228600" algn="ctr">
              <a:lnSpc>
                <a:spcPct val="100000"/>
              </a:lnSpc>
              <a:spcBef>
                <a:spcPts val="1200"/>
              </a:spcBef>
              <a:spcAft>
                <a:spcPts val="0"/>
              </a:spcAft>
              <a:buSzPts val="1200"/>
              <a:buFont typeface="Arial"/>
              <a:buNone/>
              <a:defRPr sz="1200" b="0">
                <a:solidFill>
                  <a:srgbClr val="262626"/>
                </a:solidFill>
                <a:latin typeface="Open Sans"/>
                <a:ea typeface="Open Sans"/>
                <a:cs typeface="Open Sans"/>
                <a:sym typeface="Open Sans"/>
              </a:defRPr>
            </a:lvl1pPr>
            <a:lvl2pPr marL="914400" lvl="1" indent="-292100" algn="l">
              <a:lnSpc>
                <a:spcPct val="129998"/>
              </a:lnSpc>
              <a:spcBef>
                <a:spcPts val="300"/>
              </a:spcBef>
              <a:spcAft>
                <a:spcPts val="0"/>
              </a:spcAft>
              <a:buSzPts val="1000"/>
              <a:buChar char="-"/>
              <a:defRPr sz="1000">
                <a:solidFill>
                  <a:srgbClr val="A5A5A5"/>
                </a:solidFill>
              </a:defRPr>
            </a:lvl2pPr>
            <a:lvl3pPr marL="1371600" lvl="2" indent="-295275" algn="l">
              <a:lnSpc>
                <a:spcPct val="114285"/>
              </a:lnSpc>
              <a:spcBef>
                <a:spcPts val="300"/>
              </a:spcBef>
              <a:spcAft>
                <a:spcPts val="0"/>
              </a:spcAft>
              <a:buSzPts val="1050"/>
              <a:buChar char="-"/>
              <a:defRPr sz="1050" i="1">
                <a:solidFill>
                  <a:srgbClr val="758DA5"/>
                </a:solidFill>
              </a:defRPr>
            </a:lvl3pPr>
            <a:lvl4pPr marL="1828800" lvl="3" indent="-295275" algn="l">
              <a:lnSpc>
                <a:spcPct val="114285"/>
              </a:lnSpc>
              <a:spcBef>
                <a:spcPts val="300"/>
              </a:spcBef>
              <a:spcAft>
                <a:spcPts val="0"/>
              </a:spcAft>
              <a:buSzPts val="1050"/>
              <a:buChar char="-"/>
              <a:defRPr sz="1050" i="0">
                <a:solidFill>
                  <a:srgbClr val="758DA5"/>
                </a:solidFill>
              </a:defRPr>
            </a:lvl4pPr>
            <a:lvl5pPr marL="2286000" lvl="4" indent="-295275" algn="l">
              <a:lnSpc>
                <a:spcPct val="114285"/>
              </a:lnSpc>
              <a:spcBef>
                <a:spcPts val="300"/>
              </a:spcBef>
              <a:spcAft>
                <a:spcPts val="0"/>
              </a:spcAft>
              <a:buSzPts val="1050"/>
              <a:buFont typeface="Arial"/>
              <a:buChar char="»"/>
              <a:defRPr sz="1050" i="1">
                <a:solidFill>
                  <a:srgbClr val="758DA5"/>
                </a:solidFill>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45" name="Google Shape;45;p33"/>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US"/>
              <a:t>&lt;#&gt;</a:t>
            </a:r>
            <a:endParaRPr/>
          </a:p>
        </p:txBody>
      </p:sp>
      <p:sp>
        <p:nvSpPr>
          <p:cNvPr id="46" name="Google Shape;46;p33"/>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3"/>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advTm="1000">
    <p:wedg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8"/>
        <p:cNvGrpSpPr/>
        <p:nvPr/>
      </p:nvGrpSpPr>
      <p:grpSpPr>
        <a:xfrm>
          <a:off x="0" y="0"/>
          <a:ext cx="0" cy="0"/>
          <a:chOff x="0" y="0"/>
          <a:chExt cx="0" cy="0"/>
        </a:xfrm>
      </p:grpSpPr>
      <p:sp>
        <p:nvSpPr>
          <p:cNvPr id="49" name="Google Shape;49;p34"/>
          <p:cNvSpPr txBox="1">
            <a:spLocks noGrp="1"/>
          </p:cNvSpPr>
          <p:nvPr>
            <p:ph type="title"/>
          </p:nvPr>
        </p:nvSpPr>
        <p:spPr>
          <a:xfrm>
            <a:off x="1351643" y="2271771"/>
            <a:ext cx="6436178" cy="776702"/>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1"/>
              </a:buClr>
              <a:buSzPts val="4400"/>
              <a:buFont typeface="Open Sans"/>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34"/>
          <p:cNvSpPr txBox="1">
            <a:spLocks noGrp="1"/>
          </p:cNvSpPr>
          <p:nvPr>
            <p:ph type="subTitle" idx="1"/>
          </p:nvPr>
        </p:nvSpPr>
        <p:spPr>
          <a:xfrm>
            <a:off x="1351643" y="3056695"/>
            <a:ext cx="6436178" cy="494945"/>
          </a:xfrm>
          <a:prstGeom prst="rect">
            <a:avLst/>
          </a:prstGeom>
          <a:noFill/>
          <a:ln>
            <a:noFill/>
          </a:ln>
        </p:spPr>
        <p:txBody>
          <a:bodyPr spcFirstLastPara="1" wrap="square" lIns="91425" tIns="93600" rIns="91425" bIns="45700" anchor="t" anchorCtr="0">
            <a:noAutofit/>
          </a:bodyPr>
          <a:lstStyle>
            <a:lvl1pPr lvl="0" algn="ctr">
              <a:lnSpc>
                <a:spcPct val="100000"/>
              </a:lnSpc>
              <a:spcBef>
                <a:spcPts val="0"/>
              </a:spcBef>
              <a:spcAft>
                <a:spcPts val="0"/>
              </a:spcAft>
              <a:buSzPts val="1400"/>
              <a:buNone/>
              <a:defRPr sz="1400" b="0" i="0">
                <a:solidFill>
                  <a:schemeClr val="accent1"/>
                </a:solidFill>
                <a:latin typeface="Open Sans"/>
                <a:ea typeface="Open Sans"/>
                <a:cs typeface="Open Sans"/>
                <a:sym typeface="Open Sans"/>
              </a:defRPr>
            </a:lvl1pPr>
            <a:lvl2pPr lvl="1" algn="ctr">
              <a:spcBef>
                <a:spcPts val="300"/>
              </a:spcBef>
              <a:spcAft>
                <a:spcPts val="0"/>
              </a:spcAft>
              <a:buSzPts val="1400"/>
              <a:buNone/>
              <a:defRPr>
                <a:solidFill>
                  <a:srgbClr val="888888"/>
                </a:solidFill>
              </a:defRPr>
            </a:lvl2pPr>
            <a:lvl3pPr lvl="2" algn="ctr">
              <a:spcBef>
                <a:spcPts val="300"/>
              </a:spcBef>
              <a:spcAft>
                <a:spcPts val="0"/>
              </a:spcAft>
              <a:buSzPts val="1200"/>
              <a:buNone/>
              <a:defRPr>
                <a:solidFill>
                  <a:srgbClr val="888888"/>
                </a:solidFill>
              </a:defRPr>
            </a:lvl3pPr>
            <a:lvl4pPr lvl="3" algn="ctr">
              <a:spcBef>
                <a:spcPts val="300"/>
              </a:spcBef>
              <a:spcAft>
                <a:spcPts val="0"/>
              </a:spcAft>
              <a:buSzPts val="1000"/>
              <a:buNone/>
              <a:defRPr>
                <a:solidFill>
                  <a:srgbClr val="888888"/>
                </a:solidFill>
              </a:defRPr>
            </a:lvl4pPr>
            <a:lvl5pPr lvl="4" algn="ctr">
              <a:spcBef>
                <a:spcPts val="300"/>
              </a:spcBef>
              <a:spcAft>
                <a:spcPts val="0"/>
              </a:spcAft>
              <a:buSzPts val="900"/>
              <a:buNone/>
              <a:defRPr>
                <a:solidFill>
                  <a:srgbClr val="888888"/>
                </a:solidFill>
              </a:defRPr>
            </a:lvl5pPr>
            <a:lvl6pPr lvl="5" algn="ctr">
              <a:spcBef>
                <a:spcPts val="180"/>
              </a:spcBef>
              <a:spcAft>
                <a:spcPts val="0"/>
              </a:spcAft>
              <a:buClr>
                <a:srgbClr val="888888"/>
              </a:buClr>
              <a:buSzPts val="900"/>
              <a:buNone/>
              <a:defRPr>
                <a:solidFill>
                  <a:srgbClr val="888888"/>
                </a:solidFill>
              </a:defRPr>
            </a:lvl6pPr>
            <a:lvl7pPr lvl="6" algn="ctr">
              <a:spcBef>
                <a:spcPts val="180"/>
              </a:spcBef>
              <a:spcAft>
                <a:spcPts val="0"/>
              </a:spcAft>
              <a:buClr>
                <a:srgbClr val="888888"/>
              </a:buClr>
              <a:buSzPts val="900"/>
              <a:buNone/>
              <a:defRPr>
                <a:solidFill>
                  <a:srgbClr val="888888"/>
                </a:solidFill>
              </a:defRPr>
            </a:lvl7pPr>
            <a:lvl8pPr lvl="7" algn="ctr">
              <a:spcBef>
                <a:spcPts val="180"/>
              </a:spcBef>
              <a:spcAft>
                <a:spcPts val="0"/>
              </a:spcAft>
              <a:buClr>
                <a:srgbClr val="888888"/>
              </a:buClr>
              <a:buSzPts val="900"/>
              <a:buNone/>
              <a:defRPr>
                <a:solidFill>
                  <a:srgbClr val="888888"/>
                </a:solidFill>
              </a:defRPr>
            </a:lvl8pPr>
            <a:lvl9pPr lvl="8" algn="ctr">
              <a:spcBef>
                <a:spcPts val="180"/>
              </a:spcBef>
              <a:spcAft>
                <a:spcPts val="0"/>
              </a:spcAft>
              <a:buClr>
                <a:srgbClr val="888888"/>
              </a:buClr>
              <a:buSzPts val="900"/>
              <a:buNone/>
              <a:defRPr>
                <a:solidFill>
                  <a:srgbClr val="888888"/>
                </a:solidFill>
              </a:defRPr>
            </a:lvl9pPr>
          </a:lstStyle>
          <a:p>
            <a:endParaRPr/>
          </a:p>
        </p:txBody>
      </p:sp>
      <p:sp>
        <p:nvSpPr>
          <p:cNvPr id="51" name="Google Shape;51;p34"/>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600" b="0" i="0" u="none" strike="noStrike" cap="none">
                <a:solidFill>
                  <a:srgbClr val="7F7F7F"/>
                </a:solidFill>
                <a:latin typeface="Open Sans"/>
                <a:ea typeface="Open Sans"/>
                <a:cs typeface="Open Sans"/>
                <a:sym typeface="Open Sans"/>
              </a:defRPr>
            </a:lvl1pPr>
            <a:lvl2pPr marL="0" lvl="1" indent="0" algn="r">
              <a:spcBef>
                <a:spcPts val="0"/>
              </a:spcBef>
              <a:buNone/>
              <a:defRPr sz="600" b="0" i="0" u="none" strike="noStrike" cap="none">
                <a:solidFill>
                  <a:srgbClr val="7F7F7F"/>
                </a:solidFill>
                <a:latin typeface="Open Sans"/>
                <a:ea typeface="Open Sans"/>
                <a:cs typeface="Open Sans"/>
                <a:sym typeface="Open Sans"/>
              </a:defRPr>
            </a:lvl2pPr>
            <a:lvl3pPr marL="0" lvl="2" indent="0" algn="r">
              <a:spcBef>
                <a:spcPts val="0"/>
              </a:spcBef>
              <a:buNone/>
              <a:defRPr sz="600" b="0" i="0" u="none" strike="noStrike" cap="none">
                <a:solidFill>
                  <a:srgbClr val="7F7F7F"/>
                </a:solidFill>
                <a:latin typeface="Open Sans"/>
                <a:ea typeface="Open Sans"/>
                <a:cs typeface="Open Sans"/>
                <a:sym typeface="Open Sans"/>
              </a:defRPr>
            </a:lvl3pPr>
            <a:lvl4pPr marL="0" lvl="3" indent="0" algn="r">
              <a:spcBef>
                <a:spcPts val="0"/>
              </a:spcBef>
              <a:buNone/>
              <a:defRPr sz="600" b="0" i="0" u="none" strike="noStrike" cap="none">
                <a:solidFill>
                  <a:srgbClr val="7F7F7F"/>
                </a:solidFill>
                <a:latin typeface="Open Sans"/>
                <a:ea typeface="Open Sans"/>
                <a:cs typeface="Open Sans"/>
                <a:sym typeface="Open Sans"/>
              </a:defRPr>
            </a:lvl4pPr>
            <a:lvl5pPr marL="0" lvl="4" indent="0" algn="r">
              <a:spcBef>
                <a:spcPts val="0"/>
              </a:spcBef>
              <a:buNone/>
              <a:defRPr sz="600" b="0" i="0" u="none" strike="noStrike" cap="none">
                <a:solidFill>
                  <a:srgbClr val="7F7F7F"/>
                </a:solidFill>
                <a:latin typeface="Open Sans"/>
                <a:ea typeface="Open Sans"/>
                <a:cs typeface="Open Sans"/>
                <a:sym typeface="Open Sans"/>
              </a:defRPr>
            </a:lvl5pPr>
            <a:lvl6pPr marL="0" lvl="5" indent="0" algn="r">
              <a:spcBef>
                <a:spcPts val="0"/>
              </a:spcBef>
              <a:buNone/>
              <a:defRPr sz="600" b="0" i="0" u="none" strike="noStrike" cap="none">
                <a:solidFill>
                  <a:srgbClr val="7F7F7F"/>
                </a:solidFill>
                <a:latin typeface="Open Sans"/>
                <a:ea typeface="Open Sans"/>
                <a:cs typeface="Open Sans"/>
                <a:sym typeface="Open Sans"/>
              </a:defRPr>
            </a:lvl6pPr>
            <a:lvl7pPr marL="0" lvl="6" indent="0" algn="r">
              <a:spcBef>
                <a:spcPts val="0"/>
              </a:spcBef>
              <a:buNone/>
              <a:defRPr sz="600" b="0" i="0" u="none" strike="noStrike" cap="none">
                <a:solidFill>
                  <a:srgbClr val="7F7F7F"/>
                </a:solidFill>
                <a:latin typeface="Open Sans"/>
                <a:ea typeface="Open Sans"/>
                <a:cs typeface="Open Sans"/>
                <a:sym typeface="Open Sans"/>
              </a:defRPr>
            </a:lvl7pPr>
            <a:lvl8pPr marL="0" lvl="7" indent="0" algn="r">
              <a:spcBef>
                <a:spcPts val="0"/>
              </a:spcBef>
              <a:buNone/>
              <a:defRPr sz="600" b="0" i="0" u="none" strike="noStrike" cap="none">
                <a:solidFill>
                  <a:srgbClr val="7F7F7F"/>
                </a:solidFill>
                <a:latin typeface="Open Sans"/>
                <a:ea typeface="Open Sans"/>
                <a:cs typeface="Open Sans"/>
                <a:sym typeface="Open Sans"/>
              </a:defRPr>
            </a:lvl8pPr>
            <a:lvl9pPr marL="0" lvl="8" indent="0" algn="r">
              <a:spcBef>
                <a:spcPts val="0"/>
              </a:spcBef>
              <a:buNone/>
              <a:defRPr sz="600" b="0" i="0" u="none" strike="noStrike" cap="none">
                <a:solidFill>
                  <a:srgbClr val="7F7F7F"/>
                </a:solidFill>
                <a:latin typeface="Open Sans"/>
                <a:ea typeface="Open Sans"/>
                <a:cs typeface="Open Sans"/>
                <a:sym typeface="Open Sans"/>
              </a:defRPr>
            </a:lvl9pPr>
          </a:lstStyle>
          <a:p>
            <a:pPr marL="0" lvl="0" indent="0" algn="r" rtl="0">
              <a:spcBef>
                <a:spcPts val="0"/>
              </a:spcBef>
              <a:spcAft>
                <a:spcPts val="0"/>
              </a:spcAft>
              <a:buNone/>
            </a:pPr>
            <a:r>
              <a:rPr lang="en-US"/>
              <a:t>&lt;#&gt;</a:t>
            </a:r>
            <a:endParaRPr/>
          </a:p>
        </p:txBody>
      </p:sp>
      <p:sp>
        <p:nvSpPr>
          <p:cNvPr id="52" name="Google Shape;52;p34"/>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4"/>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advTm="1000">
    <p:wedg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4"/>
        <p:cNvGrpSpPr/>
        <p:nvPr/>
      </p:nvGrpSpPr>
      <p:grpSpPr>
        <a:xfrm>
          <a:off x="0" y="0"/>
          <a:ext cx="0" cy="0"/>
          <a:chOff x="0" y="0"/>
          <a:chExt cx="0" cy="0"/>
        </a:xfrm>
      </p:grpSpPr>
      <p:sp>
        <p:nvSpPr>
          <p:cNvPr id="55" name="Google Shape;55;p35"/>
          <p:cNvSpPr txBox="1">
            <a:spLocks noGrp="1"/>
          </p:cNvSpPr>
          <p:nvPr>
            <p:ph type="body" idx="1"/>
          </p:nvPr>
        </p:nvSpPr>
        <p:spPr>
          <a:xfrm>
            <a:off x="762000" y="2192059"/>
            <a:ext cx="7620000" cy="511812"/>
          </a:xfrm>
          <a:prstGeom prst="rect">
            <a:avLst/>
          </a:prstGeom>
          <a:noFill/>
          <a:ln>
            <a:noFill/>
          </a:ln>
        </p:spPr>
        <p:txBody>
          <a:bodyPr spcFirstLastPara="1" wrap="square" lIns="91425" tIns="93600" rIns="91425" bIns="45700" anchor="b" anchorCtr="0">
            <a:normAutofit/>
          </a:bodyPr>
          <a:lstStyle>
            <a:lvl1pPr marL="457200" lvl="0" indent="-228600" algn="l">
              <a:lnSpc>
                <a:spcPct val="100000"/>
              </a:lnSpc>
              <a:spcBef>
                <a:spcPts val="1200"/>
              </a:spcBef>
              <a:spcAft>
                <a:spcPts val="0"/>
              </a:spcAft>
              <a:buSzPts val="1400"/>
              <a:buNone/>
              <a:defRPr sz="1400" b="0" i="0">
                <a:solidFill>
                  <a:schemeClr val="accent1"/>
                </a:solidFill>
                <a:latin typeface="Open Sans"/>
                <a:ea typeface="Open Sans"/>
                <a:cs typeface="Open Sans"/>
                <a:sym typeface="Open Sans"/>
              </a:defRPr>
            </a:lvl1pPr>
            <a:lvl2pPr marL="914400" lvl="1" indent="-228600" algn="l">
              <a:spcBef>
                <a:spcPts val="300"/>
              </a:spcBef>
              <a:spcAft>
                <a:spcPts val="0"/>
              </a:spcAft>
              <a:buSzPts val="1800"/>
              <a:buNone/>
              <a:defRPr sz="1800">
                <a:solidFill>
                  <a:srgbClr val="888888"/>
                </a:solidFill>
              </a:defRPr>
            </a:lvl2pPr>
            <a:lvl3pPr marL="1371600" lvl="2" indent="-228600" algn="l">
              <a:spcBef>
                <a:spcPts val="300"/>
              </a:spcBef>
              <a:spcAft>
                <a:spcPts val="0"/>
              </a:spcAft>
              <a:buSzPts val="1600"/>
              <a:buNone/>
              <a:defRPr sz="1600">
                <a:solidFill>
                  <a:srgbClr val="888888"/>
                </a:solidFill>
              </a:defRPr>
            </a:lvl3pPr>
            <a:lvl4pPr marL="1828800" lvl="3" indent="-228600" algn="l">
              <a:spcBef>
                <a:spcPts val="300"/>
              </a:spcBef>
              <a:spcAft>
                <a:spcPts val="0"/>
              </a:spcAft>
              <a:buSzPts val="1400"/>
              <a:buNone/>
              <a:defRPr sz="1400">
                <a:solidFill>
                  <a:srgbClr val="888888"/>
                </a:solidFill>
              </a:defRPr>
            </a:lvl4pPr>
            <a:lvl5pPr marL="2286000" lvl="4" indent="-228600" algn="l">
              <a:spcBef>
                <a:spcPts val="300"/>
              </a:spcBef>
              <a:spcAft>
                <a:spcPts val="0"/>
              </a:spcAft>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56" name="Google Shape;56;p35"/>
          <p:cNvSpPr txBox="1">
            <a:spLocks noGrp="1"/>
          </p:cNvSpPr>
          <p:nvPr>
            <p:ph type="title"/>
          </p:nvPr>
        </p:nvSpPr>
        <p:spPr>
          <a:xfrm>
            <a:off x="762000" y="2735662"/>
            <a:ext cx="7620000" cy="882263"/>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000"/>
              <a:buFont typeface="Open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35"/>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600" b="0" i="0" u="none" strike="noStrike" cap="none">
                <a:solidFill>
                  <a:srgbClr val="7F7F7F"/>
                </a:solidFill>
                <a:latin typeface="Open Sans"/>
                <a:ea typeface="Open Sans"/>
                <a:cs typeface="Open Sans"/>
                <a:sym typeface="Open Sans"/>
              </a:defRPr>
            </a:lvl1pPr>
            <a:lvl2pPr marL="0" lvl="1" indent="0" algn="r">
              <a:spcBef>
                <a:spcPts val="0"/>
              </a:spcBef>
              <a:buNone/>
              <a:defRPr sz="600" b="0" i="0" u="none" strike="noStrike" cap="none">
                <a:solidFill>
                  <a:srgbClr val="7F7F7F"/>
                </a:solidFill>
                <a:latin typeface="Open Sans"/>
                <a:ea typeface="Open Sans"/>
                <a:cs typeface="Open Sans"/>
                <a:sym typeface="Open Sans"/>
              </a:defRPr>
            </a:lvl2pPr>
            <a:lvl3pPr marL="0" lvl="2" indent="0" algn="r">
              <a:spcBef>
                <a:spcPts val="0"/>
              </a:spcBef>
              <a:buNone/>
              <a:defRPr sz="600" b="0" i="0" u="none" strike="noStrike" cap="none">
                <a:solidFill>
                  <a:srgbClr val="7F7F7F"/>
                </a:solidFill>
                <a:latin typeface="Open Sans"/>
                <a:ea typeface="Open Sans"/>
                <a:cs typeface="Open Sans"/>
                <a:sym typeface="Open Sans"/>
              </a:defRPr>
            </a:lvl3pPr>
            <a:lvl4pPr marL="0" lvl="3" indent="0" algn="r">
              <a:spcBef>
                <a:spcPts val="0"/>
              </a:spcBef>
              <a:buNone/>
              <a:defRPr sz="600" b="0" i="0" u="none" strike="noStrike" cap="none">
                <a:solidFill>
                  <a:srgbClr val="7F7F7F"/>
                </a:solidFill>
                <a:latin typeface="Open Sans"/>
                <a:ea typeface="Open Sans"/>
                <a:cs typeface="Open Sans"/>
                <a:sym typeface="Open Sans"/>
              </a:defRPr>
            </a:lvl4pPr>
            <a:lvl5pPr marL="0" lvl="4" indent="0" algn="r">
              <a:spcBef>
                <a:spcPts val="0"/>
              </a:spcBef>
              <a:buNone/>
              <a:defRPr sz="600" b="0" i="0" u="none" strike="noStrike" cap="none">
                <a:solidFill>
                  <a:srgbClr val="7F7F7F"/>
                </a:solidFill>
                <a:latin typeface="Open Sans"/>
                <a:ea typeface="Open Sans"/>
                <a:cs typeface="Open Sans"/>
                <a:sym typeface="Open Sans"/>
              </a:defRPr>
            </a:lvl5pPr>
            <a:lvl6pPr marL="0" lvl="5" indent="0" algn="r">
              <a:spcBef>
                <a:spcPts val="0"/>
              </a:spcBef>
              <a:buNone/>
              <a:defRPr sz="600" b="0" i="0" u="none" strike="noStrike" cap="none">
                <a:solidFill>
                  <a:srgbClr val="7F7F7F"/>
                </a:solidFill>
                <a:latin typeface="Open Sans"/>
                <a:ea typeface="Open Sans"/>
                <a:cs typeface="Open Sans"/>
                <a:sym typeface="Open Sans"/>
              </a:defRPr>
            </a:lvl6pPr>
            <a:lvl7pPr marL="0" lvl="6" indent="0" algn="r">
              <a:spcBef>
                <a:spcPts val="0"/>
              </a:spcBef>
              <a:buNone/>
              <a:defRPr sz="600" b="0" i="0" u="none" strike="noStrike" cap="none">
                <a:solidFill>
                  <a:srgbClr val="7F7F7F"/>
                </a:solidFill>
                <a:latin typeface="Open Sans"/>
                <a:ea typeface="Open Sans"/>
                <a:cs typeface="Open Sans"/>
                <a:sym typeface="Open Sans"/>
              </a:defRPr>
            </a:lvl7pPr>
            <a:lvl8pPr marL="0" lvl="7" indent="0" algn="r">
              <a:spcBef>
                <a:spcPts val="0"/>
              </a:spcBef>
              <a:buNone/>
              <a:defRPr sz="600" b="0" i="0" u="none" strike="noStrike" cap="none">
                <a:solidFill>
                  <a:srgbClr val="7F7F7F"/>
                </a:solidFill>
                <a:latin typeface="Open Sans"/>
                <a:ea typeface="Open Sans"/>
                <a:cs typeface="Open Sans"/>
                <a:sym typeface="Open Sans"/>
              </a:defRPr>
            </a:lvl8pPr>
            <a:lvl9pPr marL="0" lvl="8" indent="0" algn="r">
              <a:spcBef>
                <a:spcPts val="0"/>
              </a:spcBef>
              <a:buNone/>
              <a:defRPr sz="600" b="0" i="0" u="none" strike="noStrike" cap="none">
                <a:solidFill>
                  <a:srgbClr val="7F7F7F"/>
                </a:solidFill>
                <a:latin typeface="Open Sans"/>
                <a:ea typeface="Open Sans"/>
                <a:cs typeface="Open Sans"/>
                <a:sym typeface="Open Sans"/>
              </a:defRPr>
            </a:lvl9pPr>
          </a:lstStyle>
          <a:p>
            <a:pPr marL="0" lvl="0" indent="0" algn="r" rtl="0">
              <a:spcBef>
                <a:spcPts val="0"/>
              </a:spcBef>
              <a:spcAft>
                <a:spcPts val="0"/>
              </a:spcAft>
              <a:buNone/>
            </a:pPr>
            <a:r>
              <a:rPr lang="en-US"/>
              <a:t>&lt;#&gt;</a:t>
            </a:r>
            <a:endParaRPr/>
          </a:p>
        </p:txBody>
      </p:sp>
      <p:sp>
        <p:nvSpPr>
          <p:cNvPr id="58" name="Google Shape;58;p35"/>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5"/>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advTm="1000">
    <p:wedg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0"/>
        <p:cNvGrpSpPr/>
        <p:nvPr/>
      </p:nvGrpSpPr>
      <p:grpSpPr>
        <a:xfrm>
          <a:off x="0" y="0"/>
          <a:ext cx="0" cy="0"/>
          <a:chOff x="0" y="0"/>
          <a:chExt cx="0" cy="0"/>
        </a:xfrm>
      </p:grpSpPr>
      <p:sp>
        <p:nvSpPr>
          <p:cNvPr id="61" name="Google Shape;61;p36"/>
          <p:cNvSpPr txBox="1">
            <a:spLocks noGrp="1"/>
          </p:cNvSpPr>
          <p:nvPr>
            <p:ph type="title"/>
          </p:nvPr>
        </p:nvSpPr>
        <p:spPr>
          <a:xfrm>
            <a:off x="762000" y="349045"/>
            <a:ext cx="7620000" cy="857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36"/>
          <p:cNvSpPr txBox="1">
            <a:spLocks noGrp="1"/>
          </p:cNvSpPr>
          <p:nvPr>
            <p:ph type="body" idx="1"/>
          </p:nvPr>
        </p:nvSpPr>
        <p:spPr>
          <a:xfrm>
            <a:off x="762000" y="1403352"/>
            <a:ext cx="3619500" cy="3069050"/>
          </a:xfrm>
          <a:prstGeom prst="rect">
            <a:avLst/>
          </a:prstGeom>
          <a:noFill/>
          <a:ln>
            <a:noFill/>
          </a:ln>
        </p:spPr>
        <p:txBody>
          <a:bodyPr spcFirstLastPara="1" wrap="square" lIns="91425" tIns="93600" rIns="91425" bIns="45700" anchor="t" anchorCtr="0">
            <a:normAutofit/>
          </a:bodyPr>
          <a:lstStyle>
            <a:lvl1pPr marL="457200" lvl="0" indent="-342900" algn="l">
              <a:spcBef>
                <a:spcPts val="1200"/>
              </a:spcBef>
              <a:spcAft>
                <a:spcPts val="0"/>
              </a:spcAft>
              <a:buSzPts val="1800"/>
              <a:buChar char="•"/>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42900" algn="l">
              <a:spcBef>
                <a:spcPts val="300"/>
              </a:spcBef>
              <a:spcAft>
                <a:spcPts val="0"/>
              </a:spcAft>
              <a:buSzPts val="1800"/>
              <a:buChar char="-"/>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63" name="Google Shape;63;p36"/>
          <p:cNvSpPr txBox="1">
            <a:spLocks noGrp="1"/>
          </p:cNvSpPr>
          <p:nvPr>
            <p:ph type="body" idx="2"/>
          </p:nvPr>
        </p:nvSpPr>
        <p:spPr>
          <a:xfrm>
            <a:off x="4752975" y="1403352"/>
            <a:ext cx="3619500" cy="3069050"/>
          </a:xfrm>
          <a:prstGeom prst="rect">
            <a:avLst/>
          </a:prstGeom>
          <a:noFill/>
          <a:ln>
            <a:noFill/>
          </a:ln>
        </p:spPr>
        <p:txBody>
          <a:bodyPr spcFirstLastPara="1" wrap="square" lIns="91425" tIns="93600" rIns="91425" bIns="45700" anchor="t" anchorCtr="0">
            <a:normAutofit/>
          </a:bodyPr>
          <a:lstStyle>
            <a:lvl1pPr marL="457200" lvl="0" indent="-342900" algn="l">
              <a:spcBef>
                <a:spcPts val="1200"/>
              </a:spcBef>
              <a:spcAft>
                <a:spcPts val="0"/>
              </a:spcAft>
              <a:buSzPts val="1800"/>
              <a:buChar char="•"/>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42900" algn="l">
              <a:spcBef>
                <a:spcPts val="300"/>
              </a:spcBef>
              <a:spcAft>
                <a:spcPts val="0"/>
              </a:spcAft>
              <a:buSzPts val="1800"/>
              <a:buChar char="-"/>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64" name="Google Shape;64;p36"/>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US"/>
              <a:t>&lt;#&gt;</a:t>
            </a:r>
            <a:endParaRPr/>
          </a:p>
        </p:txBody>
      </p:sp>
      <p:sp>
        <p:nvSpPr>
          <p:cNvPr id="65" name="Google Shape;65;p36"/>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6"/>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advTm="1000">
    <p:wedg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37"/>
          <p:cNvSpPr txBox="1">
            <a:spLocks noGrp="1"/>
          </p:cNvSpPr>
          <p:nvPr>
            <p:ph type="title"/>
          </p:nvPr>
        </p:nvSpPr>
        <p:spPr>
          <a:xfrm>
            <a:off x="762000" y="1914525"/>
            <a:ext cx="76200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3600"/>
              <a:buFont typeface="Open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37"/>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US"/>
              <a:t>&lt;#&gt;</a:t>
            </a:r>
            <a:endParaRPr/>
          </a:p>
        </p:txBody>
      </p:sp>
      <p:sp>
        <p:nvSpPr>
          <p:cNvPr id="70" name="Google Shape;70;p37"/>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7"/>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advTm="1000">
    <p:wedg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sp>
        <p:nvSpPr>
          <p:cNvPr id="73" name="Google Shape;73;p38"/>
          <p:cNvSpPr txBox="1">
            <a:spLocks noGrp="1"/>
          </p:cNvSpPr>
          <p:nvPr>
            <p:ph type="title"/>
          </p:nvPr>
        </p:nvSpPr>
        <p:spPr>
          <a:xfrm>
            <a:off x="762000" y="349045"/>
            <a:ext cx="7620000" cy="857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8"/>
          <p:cNvSpPr txBox="1">
            <a:spLocks noGrp="1"/>
          </p:cNvSpPr>
          <p:nvPr>
            <p:ph type="body" idx="1"/>
          </p:nvPr>
        </p:nvSpPr>
        <p:spPr>
          <a:xfrm>
            <a:off x="762000" y="1455900"/>
            <a:ext cx="2822399" cy="2984400"/>
          </a:xfrm>
          <a:prstGeom prst="rect">
            <a:avLst/>
          </a:prstGeom>
          <a:noFill/>
          <a:ln>
            <a:noFill/>
          </a:ln>
        </p:spPr>
        <p:txBody>
          <a:bodyPr spcFirstLastPara="1" wrap="square" lIns="91425" tIns="93600" rIns="91425" bIns="45700" anchor="t" anchorCtr="0">
            <a:normAutofit/>
          </a:bodyPr>
          <a:lstStyle>
            <a:lvl1pPr marL="457200" lvl="0" indent="-228600" algn="l">
              <a:lnSpc>
                <a:spcPct val="100000"/>
              </a:lnSpc>
              <a:spcBef>
                <a:spcPts val="1200"/>
              </a:spcBef>
              <a:spcAft>
                <a:spcPts val="0"/>
              </a:spcAft>
              <a:buSzPts val="1600"/>
              <a:buNone/>
              <a:defRPr b="0">
                <a:latin typeface="Open Sans"/>
                <a:ea typeface="Open Sans"/>
                <a:cs typeface="Open Sans"/>
                <a:sym typeface="Open Sans"/>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42900" algn="l">
              <a:spcBef>
                <a:spcPts val="300"/>
              </a:spcBef>
              <a:spcAft>
                <a:spcPts val="0"/>
              </a:spcAft>
              <a:buSzPts val="1800"/>
              <a:buChar char="-"/>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75" name="Google Shape;75;p38"/>
          <p:cNvSpPr txBox="1">
            <a:spLocks noGrp="1"/>
          </p:cNvSpPr>
          <p:nvPr>
            <p:ph type="body" idx="2"/>
          </p:nvPr>
        </p:nvSpPr>
        <p:spPr>
          <a:xfrm>
            <a:off x="3776758" y="1447800"/>
            <a:ext cx="4605242" cy="3000375"/>
          </a:xfrm>
          <a:prstGeom prst="rect">
            <a:avLst/>
          </a:prstGeom>
          <a:noFill/>
          <a:ln>
            <a:noFill/>
          </a:ln>
        </p:spPr>
        <p:txBody>
          <a:bodyPr spcFirstLastPara="1" wrap="square" lIns="91425" tIns="93600" rIns="91425" bIns="45700" anchor="t" anchorCtr="0">
            <a:normAutofit/>
          </a:bodyPr>
          <a:lstStyle>
            <a:lvl1pPr marL="457200" lvl="0" indent="-342900" algn="l">
              <a:spcBef>
                <a:spcPts val="1200"/>
              </a:spcBef>
              <a:spcAft>
                <a:spcPts val="0"/>
              </a:spcAft>
              <a:buSzPts val="1800"/>
              <a:buChar char="•"/>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42900" algn="l">
              <a:spcBef>
                <a:spcPts val="300"/>
              </a:spcBef>
              <a:spcAft>
                <a:spcPts val="0"/>
              </a:spcAft>
              <a:buSzPts val="1800"/>
              <a:buChar char="-"/>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76" name="Google Shape;76;p38"/>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US"/>
              <a:t>&lt;#&gt;</a:t>
            </a:r>
            <a:endParaRPr/>
          </a:p>
        </p:txBody>
      </p:sp>
      <p:sp>
        <p:nvSpPr>
          <p:cNvPr id="77" name="Google Shape;77;p38"/>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8"/>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advTm="1000">
    <p:wedg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39"/>
          <p:cNvSpPr/>
          <p:nvPr/>
        </p:nvSpPr>
        <p:spPr>
          <a:xfrm>
            <a:off x="3718307" y="1437411"/>
            <a:ext cx="4663693" cy="3037029"/>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Open Sans"/>
              <a:ea typeface="Open Sans"/>
              <a:cs typeface="Open Sans"/>
              <a:sym typeface="Open Sans"/>
            </a:endParaRPr>
          </a:p>
        </p:txBody>
      </p:sp>
      <p:sp>
        <p:nvSpPr>
          <p:cNvPr id="81" name="Google Shape;81;p39"/>
          <p:cNvSpPr txBox="1">
            <a:spLocks noGrp="1"/>
          </p:cNvSpPr>
          <p:nvPr>
            <p:ph type="title"/>
          </p:nvPr>
        </p:nvSpPr>
        <p:spPr>
          <a:xfrm>
            <a:off x="762000" y="349045"/>
            <a:ext cx="7620000" cy="857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39"/>
          <p:cNvSpPr txBox="1">
            <a:spLocks noGrp="1"/>
          </p:cNvSpPr>
          <p:nvPr>
            <p:ph type="body" idx="1"/>
          </p:nvPr>
        </p:nvSpPr>
        <p:spPr>
          <a:xfrm>
            <a:off x="762000" y="1455900"/>
            <a:ext cx="2822399" cy="2984400"/>
          </a:xfrm>
          <a:prstGeom prst="rect">
            <a:avLst/>
          </a:prstGeom>
          <a:noFill/>
          <a:ln>
            <a:noFill/>
          </a:ln>
        </p:spPr>
        <p:txBody>
          <a:bodyPr spcFirstLastPara="1" wrap="square" lIns="91425" tIns="93600" rIns="91425" bIns="45700" anchor="t" anchorCtr="0">
            <a:normAutofit/>
          </a:bodyPr>
          <a:lstStyle>
            <a:lvl1pPr marL="457200" lvl="0" indent="-228600" algn="l">
              <a:lnSpc>
                <a:spcPct val="100000"/>
              </a:lnSpc>
              <a:spcBef>
                <a:spcPts val="1200"/>
              </a:spcBef>
              <a:spcAft>
                <a:spcPts val="0"/>
              </a:spcAft>
              <a:buSzPts val="1600"/>
              <a:buNone/>
              <a:defRPr b="0">
                <a:latin typeface="Open Sans"/>
                <a:ea typeface="Open Sans"/>
                <a:cs typeface="Open Sans"/>
                <a:sym typeface="Open Sans"/>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42900" algn="l">
              <a:spcBef>
                <a:spcPts val="300"/>
              </a:spcBef>
              <a:spcAft>
                <a:spcPts val="0"/>
              </a:spcAft>
              <a:buSzPts val="1800"/>
              <a:buChar char="-"/>
              <a:defRPr/>
            </a:lvl5pPr>
            <a:lvl6pPr marL="2743200" lvl="5" indent="-342900" algn="l">
              <a:spcBef>
                <a:spcPts val="360"/>
              </a:spcBef>
              <a:spcAft>
                <a:spcPts val="0"/>
              </a:spcAft>
              <a:buClr>
                <a:srgbClr val="7F7F7F"/>
              </a:buClr>
              <a:buSzPts val="1800"/>
              <a:buChar char="-"/>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
              <a:defRPr/>
            </a:lvl8pPr>
            <a:lvl9pPr marL="4114800" lvl="8" indent="-342900" algn="l">
              <a:spcBef>
                <a:spcPts val="360"/>
              </a:spcBef>
              <a:spcAft>
                <a:spcPts val="0"/>
              </a:spcAft>
              <a:buClr>
                <a:srgbClr val="7F7F7F"/>
              </a:buClr>
              <a:buSzPts val="1800"/>
              <a:buChar char="-"/>
              <a:defRPr/>
            </a:lvl9pPr>
          </a:lstStyle>
          <a:p>
            <a:endParaRPr/>
          </a:p>
        </p:txBody>
      </p:sp>
      <p:sp>
        <p:nvSpPr>
          <p:cNvPr id="83" name="Google Shape;83;p39"/>
          <p:cNvSpPr>
            <a:spLocks noGrp="1"/>
          </p:cNvSpPr>
          <p:nvPr>
            <p:ph type="pic" idx="2"/>
          </p:nvPr>
        </p:nvSpPr>
        <p:spPr>
          <a:xfrm>
            <a:off x="3775220" y="1492944"/>
            <a:ext cx="4543283" cy="2925962"/>
          </a:xfrm>
          <a:prstGeom prst="rect">
            <a:avLst/>
          </a:prstGeom>
          <a:solidFill>
            <a:srgbClr val="F2F2F2"/>
          </a:solidFill>
          <a:ln>
            <a:noFill/>
          </a:ln>
        </p:spPr>
      </p:sp>
      <p:sp>
        <p:nvSpPr>
          <p:cNvPr id="84" name="Google Shape;84;p39"/>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US"/>
              <a:t>&lt;#&gt;</a:t>
            </a:r>
            <a:endParaRPr/>
          </a:p>
        </p:txBody>
      </p:sp>
      <p:sp>
        <p:nvSpPr>
          <p:cNvPr id="85" name="Google Shape;85;p39"/>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9"/>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advTm="1000">
    <p:wedg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Images">
  <p:cSld name="Title and Images">
    <p:spTree>
      <p:nvGrpSpPr>
        <p:cNvPr id="1" name="Shape 87"/>
        <p:cNvGrpSpPr/>
        <p:nvPr/>
      </p:nvGrpSpPr>
      <p:grpSpPr>
        <a:xfrm>
          <a:off x="0" y="0"/>
          <a:ext cx="0" cy="0"/>
          <a:chOff x="0" y="0"/>
          <a:chExt cx="0" cy="0"/>
        </a:xfrm>
      </p:grpSpPr>
      <p:sp>
        <p:nvSpPr>
          <p:cNvPr id="88" name="Google Shape;88;p40"/>
          <p:cNvSpPr txBox="1">
            <a:spLocks noGrp="1"/>
          </p:cNvSpPr>
          <p:nvPr>
            <p:ph type="title"/>
          </p:nvPr>
        </p:nvSpPr>
        <p:spPr>
          <a:xfrm>
            <a:off x="762000" y="349045"/>
            <a:ext cx="7620000" cy="857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40"/>
          <p:cNvSpPr>
            <a:spLocks noGrp="1"/>
          </p:cNvSpPr>
          <p:nvPr>
            <p:ph type="pic" idx="2"/>
          </p:nvPr>
        </p:nvSpPr>
        <p:spPr>
          <a:xfrm>
            <a:off x="304800" y="1733550"/>
            <a:ext cx="2095500" cy="2190750"/>
          </a:xfrm>
          <a:prstGeom prst="rect">
            <a:avLst/>
          </a:prstGeom>
          <a:solidFill>
            <a:srgbClr val="F2F2F2"/>
          </a:solidFill>
          <a:ln>
            <a:noFill/>
          </a:ln>
        </p:spPr>
      </p:sp>
      <p:sp>
        <p:nvSpPr>
          <p:cNvPr id="90" name="Google Shape;90;p40"/>
          <p:cNvSpPr>
            <a:spLocks noGrp="1"/>
          </p:cNvSpPr>
          <p:nvPr>
            <p:ph type="pic" idx="3"/>
          </p:nvPr>
        </p:nvSpPr>
        <p:spPr>
          <a:xfrm>
            <a:off x="2470150" y="1733550"/>
            <a:ext cx="2095500" cy="2190750"/>
          </a:xfrm>
          <a:prstGeom prst="rect">
            <a:avLst/>
          </a:prstGeom>
          <a:solidFill>
            <a:srgbClr val="F2F2F2"/>
          </a:solidFill>
          <a:ln>
            <a:noFill/>
          </a:ln>
        </p:spPr>
      </p:sp>
      <p:sp>
        <p:nvSpPr>
          <p:cNvPr id="91" name="Google Shape;91;p40"/>
          <p:cNvSpPr>
            <a:spLocks noGrp="1"/>
          </p:cNvSpPr>
          <p:nvPr>
            <p:ph type="pic" idx="4"/>
          </p:nvPr>
        </p:nvSpPr>
        <p:spPr>
          <a:xfrm>
            <a:off x="4635500" y="1733550"/>
            <a:ext cx="2095500" cy="2190750"/>
          </a:xfrm>
          <a:prstGeom prst="rect">
            <a:avLst/>
          </a:prstGeom>
          <a:solidFill>
            <a:srgbClr val="F2F2F2"/>
          </a:solidFill>
          <a:ln>
            <a:noFill/>
          </a:ln>
        </p:spPr>
      </p:sp>
      <p:sp>
        <p:nvSpPr>
          <p:cNvPr id="92" name="Google Shape;92;p40"/>
          <p:cNvSpPr>
            <a:spLocks noGrp="1"/>
          </p:cNvSpPr>
          <p:nvPr>
            <p:ph type="pic" idx="5"/>
          </p:nvPr>
        </p:nvSpPr>
        <p:spPr>
          <a:xfrm>
            <a:off x="6800850" y="1733550"/>
            <a:ext cx="2095500" cy="2190750"/>
          </a:xfrm>
          <a:prstGeom prst="rect">
            <a:avLst/>
          </a:prstGeom>
          <a:solidFill>
            <a:srgbClr val="F2F2F2"/>
          </a:solidFill>
          <a:ln>
            <a:noFill/>
          </a:ln>
        </p:spPr>
      </p:sp>
      <p:sp>
        <p:nvSpPr>
          <p:cNvPr id="93" name="Google Shape;93;p40"/>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r>
              <a:rPr lang="en-US"/>
              <a:t>&lt;#&gt;</a:t>
            </a:r>
            <a:endParaRPr/>
          </a:p>
        </p:txBody>
      </p:sp>
      <p:sp>
        <p:nvSpPr>
          <p:cNvPr id="94" name="Google Shape;94;p40"/>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0"/>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advTm="1000">
    <p:wedg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762000" y="349045"/>
            <a:ext cx="7620000" cy="8572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3200"/>
              <a:buFont typeface="Open Sans"/>
              <a:buNone/>
              <a:defRPr sz="3200" b="1" i="0" u="none" strike="noStrike" cap="none">
                <a:solidFill>
                  <a:schemeClr val="dk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9"/>
          <p:cNvSpPr txBox="1">
            <a:spLocks noGrp="1"/>
          </p:cNvSpPr>
          <p:nvPr>
            <p:ph type="body" idx="1"/>
          </p:nvPr>
        </p:nvSpPr>
        <p:spPr>
          <a:xfrm>
            <a:off x="762000" y="1428750"/>
            <a:ext cx="7620000" cy="3048000"/>
          </a:xfrm>
          <a:prstGeom prst="rect">
            <a:avLst/>
          </a:prstGeom>
          <a:noFill/>
          <a:ln>
            <a:noFill/>
          </a:ln>
        </p:spPr>
        <p:txBody>
          <a:bodyPr spcFirstLastPara="1" wrap="square" lIns="91425" tIns="93600" rIns="91425" bIns="45700" anchor="t" anchorCtr="0">
            <a:normAutofit/>
          </a:bodyPr>
          <a:lstStyle>
            <a:lvl1pPr marL="457200" marR="0" lvl="0" indent="-330200" algn="l" rtl="0">
              <a:spcBef>
                <a:spcPts val="1200"/>
              </a:spcBef>
              <a:spcAft>
                <a:spcPts val="0"/>
              </a:spcAft>
              <a:buClr>
                <a:schemeClr val="accent1"/>
              </a:buClr>
              <a:buSzPts val="1600"/>
              <a:buFont typeface="Arial"/>
              <a:buChar char="•"/>
              <a:defRPr sz="1600" b="0" i="0" u="none" strike="noStrike" cap="none">
                <a:solidFill>
                  <a:schemeClr val="dk1"/>
                </a:solidFill>
                <a:latin typeface="Open Sans"/>
                <a:ea typeface="Open Sans"/>
                <a:cs typeface="Open Sans"/>
                <a:sym typeface="Open Sans"/>
              </a:defRPr>
            </a:lvl1pPr>
            <a:lvl2pPr marL="914400" marR="0" lvl="1" indent="-317500" algn="l" rtl="0">
              <a:spcBef>
                <a:spcPts val="300"/>
              </a:spcBef>
              <a:spcAft>
                <a:spcPts val="0"/>
              </a:spcAft>
              <a:buClr>
                <a:srgbClr val="7F7F7F"/>
              </a:buClr>
              <a:buSzPts val="1400"/>
              <a:buFont typeface="Arial"/>
              <a:buChar char="-"/>
              <a:defRPr sz="1400" b="0" i="0" u="none" strike="noStrike" cap="none">
                <a:solidFill>
                  <a:srgbClr val="7F7F7F"/>
                </a:solidFill>
                <a:latin typeface="Open Sans"/>
                <a:ea typeface="Open Sans"/>
                <a:cs typeface="Open Sans"/>
                <a:sym typeface="Open Sans"/>
              </a:defRPr>
            </a:lvl2pPr>
            <a:lvl3pPr marL="1371600" marR="0" lvl="2" indent="-304800" algn="l" rtl="0">
              <a:spcBef>
                <a:spcPts val="300"/>
              </a:spcBef>
              <a:spcAft>
                <a:spcPts val="0"/>
              </a:spcAft>
              <a:buClr>
                <a:srgbClr val="7F7F7F"/>
              </a:buClr>
              <a:buSzPts val="1200"/>
              <a:buFont typeface="Arial"/>
              <a:buChar char="-"/>
              <a:defRPr sz="1200" b="0" i="0" u="none" strike="noStrike" cap="none">
                <a:solidFill>
                  <a:srgbClr val="7F7F7F"/>
                </a:solidFill>
                <a:latin typeface="Open Sans"/>
                <a:ea typeface="Open Sans"/>
                <a:cs typeface="Open Sans"/>
                <a:sym typeface="Open Sans"/>
              </a:defRPr>
            </a:lvl3pPr>
            <a:lvl4pPr marL="1828800" marR="0" lvl="3" indent="-292100" algn="l" rtl="0">
              <a:spcBef>
                <a:spcPts val="300"/>
              </a:spcBef>
              <a:spcAft>
                <a:spcPts val="0"/>
              </a:spcAft>
              <a:buClr>
                <a:srgbClr val="7F7F7F"/>
              </a:buClr>
              <a:buSzPts val="1000"/>
              <a:buFont typeface="Arial"/>
              <a:buChar char="-"/>
              <a:defRPr sz="1000" b="0" i="0" u="none" strike="noStrike" cap="none">
                <a:solidFill>
                  <a:srgbClr val="7F7F7F"/>
                </a:solidFill>
                <a:latin typeface="Open Sans"/>
                <a:ea typeface="Open Sans"/>
                <a:cs typeface="Open Sans"/>
                <a:sym typeface="Open Sans"/>
              </a:defRPr>
            </a:lvl4pPr>
            <a:lvl5pPr marL="2286000" marR="0" lvl="4" indent="-285750" algn="l" rtl="0">
              <a:spcBef>
                <a:spcPts val="300"/>
              </a:spcBef>
              <a:spcAft>
                <a:spcPts val="0"/>
              </a:spcAft>
              <a:buClr>
                <a:srgbClr val="7F7F7F"/>
              </a:buClr>
              <a:buSzPts val="900"/>
              <a:buFont typeface="Arial"/>
              <a:buChar char="-"/>
              <a:defRPr sz="900" b="0" i="0" u="none" strike="noStrike" cap="none">
                <a:solidFill>
                  <a:srgbClr val="7F7F7F"/>
                </a:solidFill>
                <a:latin typeface="Open Sans"/>
                <a:ea typeface="Open Sans"/>
                <a:cs typeface="Open Sans"/>
                <a:sym typeface="Open Sans"/>
              </a:defRPr>
            </a:lvl5pPr>
            <a:lvl6pPr marL="2743200" marR="0" lvl="5" indent="-285750" algn="l" rtl="0">
              <a:spcBef>
                <a:spcPts val="180"/>
              </a:spcBef>
              <a:spcAft>
                <a:spcPts val="0"/>
              </a:spcAft>
              <a:buClr>
                <a:srgbClr val="7F7F7F"/>
              </a:buClr>
              <a:buSzPts val="900"/>
              <a:buFont typeface="Arial"/>
              <a:buChar char="-"/>
              <a:defRPr sz="900" b="0" i="0" u="none" strike="noStrike" cap="none">
                <a:solidFill>
                  <a:srgbClr val="7F7F7F"/>
                </a:solidFill>
                <a:latin typeface="Open Sans"/>
                <a:ea typeface="Open Sans"/>
                <a:cs typeface="Open Sans"/>
                <a:sym typeface="Open Sans"/>
              </a:defRPr>
            </a:lvl6pPr>
            <a:lvl7pPr marL="3200400" marR="0" lvl="6" indent="-285750" algn="l" rtl="0">
              <a:spcBef>
                <a:spcPts val="180"/>
              </a:spcBef>
              <a:spcAft>
                <a:spcPts val="0"/>
              </a:spcAft>
              <a:buClr>
                <a:srgbClr val="7F7F7F"/>
              </a:buClr>
              <a:buSzPts val="900"/>
              <a:buFont typeface="Arial"/>
              <a:buChar char="-"/>
              <a:defRPr sz="900" b="0" i="0" u="none" strike="noStrike" cap="none">
                <a:solidFill>
                  <a:srgbClr val="7F7F7F"/>
                </a:solidFill>
                <a:latin typeface="Open Sans"/>
                <a:ea typeface="Open Sans"/>
                <a:cs typeface="Open Sans"/>
                <a:sym typeface="Open Sans"/>
              </a:defRPr>
            </a:lvl7pPr>
            <a:lvl8pPr marL="3657600" marR="0" lvl="7" indent="-285750" algn="l" rtl="0">
              <a:spcBef>
                <a:spcPts val="180"/>
              </a:spcBef>
              <a:spcAft>
                <a:spcPts val="0"/>
              </a:spcAft>
              <a:buClr>
                <a:srgbClr val="7F7F7F"/>
              </a:buClr>
              <a:buSzPts val="900"/>
              <a:buFont typeface="Arial"/>
              <a:buChar char="-"/>
              <a:defRPr sz="900" b="0" i="0" u="none" strike="noStrike" cap="none">
                <a:solidFill>
                  <a:srgbClr val="7F7F7F"/>
                </a:solidFill>
                <a:latin typeface="Open Sans"/>
                <a:ea typeface="Open Sans"/>
                <a:cs typeface="Open Sans"/>
                <a:sym typeface="Open Sans"/>
              </a:defRPr>
            </a:lvl8pPr>
            <a:lvl9pPr marL="4114800" marR="0" lvl="8" indent="-285750" algn="l" rtl="0">
              <a:spcBef>
                <a:spcPts val="180"/>
              </a:spcBef>
              <a:spcAft>
                <a:spcPts val="0"/>
              </a:spcAft>
              <a:buClr>
                <a:srgbClr val="7F7F7F"/>
              </a:buClr>
              <a:buSzPts val="900"/>
              <a:buFont typeface="Arial"/>
              <a:buChar char="-"/>
              <a:defRPr sz="900" b="0" i="0" u="none" strike="noStrike" cap="none">
                <a:solidFill>
                  <a:srgbClr val="7F7F7F"/>
                </a:solidFill>
                <a:latin typeface="Open Sans"/>
                <a:ea typeface="Open Sans"/>
                <a:cs typeface="Open Sans"/>
                <a:sym typeface="Open Sans"/>
              </a:defRPr>
            </a:lvl9pPr>
          </a:lstStyle>
          <a:p>
            <a:endParaRPr/>
          </a:p>
        </p:txBody>
      </p:sp>
      <p:sp>
        <p:nvSpPr>
          <p:cNvPr id="12" name="Google Shape;12;p29"/>
          <p:cNvSpPr txBox="1">
            <a:spLocks noGrp="1"/>
          </p:cNvSpPr>
          <p:nvPr>
            <p:ph type="sldNum" idx="12"/>
          </p:nvPr>
        </p:nvSpPr>
        <p:spPr>
          <a:xfrm>
            <a:off x="7767815" y="4695033"/>
            <a:ext cx="613018" cy="28575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600" b="0" i="0" u="none" strike="noStrike" cap="none">
                <a:solidFill>
                  <a:srgbClr val="7F7F7F"/>
                </a:solidFill>
                <a:latin typeface="Open Sans"/>
                <a:ea typeface="Open Sans"/>
                <a:cs typeface="Open Sans"/>
                <a:sym typeface="Open Sans"/>
              </a:defRPr>
            </a:lvl1pPr>
            <a:lvl2pPr marL="0" marR="0" lvl="1" indent="0" algn="r" rtl="0">
              <a:spcBef>
                <a:spcPts val="0"/>
              </a:spcBef>
              <a:buNone/>
              <a:defRPr sz="600" b="0" i="0" u="none" strike="noStrike" cap="none">
                <a:solidFill>
                  <a:srgbClr val="7F7F7F"/>
                </a:solidFill>
                <a:latin typeface="Open Sans"/>
                <a:ea typeface="Open Sans"/>
                <a:cs typeface="Open Sans"/>
                <a:sym typeface="Open Sans"/>
              </a:defRPr>
            </a:lvl2pPr>
            <a:lvl3pPr marL="0" marR="0" lvl="2" indent="0" algn="r" rtl="0">
              <a:spcBef>
                <a:spcPts val="0"/>
              </a:spcBef>
              <a:buNone/>
              <a:defRPr sz="600" b="0" i="0" u="none" strike="noStrike" cap="none">
                <a:solidFill>
                  <a:srgbClr val="7F7F7F"/>
                </a:solidFill>
                <a:latin typeface="Open Sans"/>
                <a:ea typeface="Open Sans"/>
                <a:cs typeface="Open Sans"/>
                <a:sym typeface="Open Sans"/>
              </a:defRPr>
            </a:lvl3pPr>
            <a:lvl4pPr marL="0" marR="0" lvl="3" indent="0" algn="r" rtl="0">
              <a:spcBef>
                <a:spcPts val="0"/>
              </a:spcBef>
              <a:buNone/>
              <a:defRPr sz="600" b="0" i="0" u="none" strike="noStrike" cap="none">
                <a:solidFill>
                  <a:srgbClr val="7F7F7F"/>
                </a:solidFill>
                <a:latin typeface="Open Sans"/>
                <a:ea typeface="Open Sans"/>
                <a:cs typeface="Open Sans"/>
                <a:sym typeface="Open Sans"/>
              </a:defRPr>
            </a:lvl4pPr>
            <a:lvl5pPr marL="0" marR="0" lvl="4" indent="0" algn="r" rtl="0">
              <a:spcBef>
                <a:spcPts val="0"/>
              </a:spcBef>
              <a:buNone/>
              <a:defRPr sz="600" b="0" i="0" u="none" strike="noStrike" cap="none">
                <a:solidFill>
                  <a:srgbClr val="7F7F7F"/>
                </a:solidFill>
                <a:latin typeface="Open Sans"/>
                <a:ea typeface="Open Sans"/>
                <a:cs typeface="Open Sans"/>
                <a:sym typeface="Open Sans"/>
              </a:defRPr>
            </a:lvl5pPr>
            <a:lvl6pPr marL="0" marR="0" lvl="5" indent="0" algn="r" rtl="0">
              <a:spcBef>
                <a:spcPts val="0"/>
              </a:spcBef>
              <a:buNone/>
              <a:defRPr sz="600" b="0" i="0" u="none" strike="noStrike" cap="none">
                <a:solidFill>
                  <a:srgbClr val="7F7F7F"/>
                </a:solidFill>
                <a:latin typeface="Open Sans"/>
                <a:ea typeface="Open Sans"/>
                <a:cs typeface="Open Sans"/>
                <a:sym typeface="Open Sans"/>
              </a:defRPr>
            </a:lvl6pPr>
            <a:lvl7pPr marL="0" marR="0" lvl="6" indent="0" algn="r" rtl="0">
              <a:spcBef>
                <a:spcPts val="0"/>
              </a:spcBef>
              <a:buNone/>
              <a:defRPr sz="600" b="0" i="0" u="none" strike="noStrike" cap="none">
                <a:solidFill>
                  <a:srgbClr val="7F7F7F"/>
                </a:solidFill>
                <a:latin typeface="Open Sans"/>
                <a:ea typeface="Open Sans"/>
                <a:cs typeface="Open Sans"/>
                <a:sym typeface="Open Sans"/>
              </a:defRPr>
            </a:lvl7pPr>
            <a:lvl8pPr marL="0" marR="0" lvl="7" indent="0" algn="r" rtl="0">
              <a:spcBef>
                <a:spcPts val="0"/>
              </a:spcBef>
              <a:buNone/>
              <a:defRPr sz="600" b="0" i="0" u="none" strike="noStrike" cap="none">
                <a:solidFill>
                  <a:srgbClr val="7F7F7F"/>
                </a:solidFill>
                <a:latin typeface="Open Sans"/>
                <a:ea typeface="Open Sans"/>
                <a:cs typeface="Open Sans"/>
                <a:sym typeface="Open Sans"/>
              </a:defRPr>
            </a:lvl8pPr>
            <a:lvl9pPr marL="0" marR="0" lvl="8" indent="0" algn="r" rtl="0">
              <a:spcBef>
                <a:spcPts val="0"/>
              </a:spcBef>
              <a:buNone/>
              <a:defRPr sz="600" b="0" i="0" u="none" strike="noStrike" cap="none">
                <a:solidFill>
                  <a:srgbClr val="7F7F7F"/>
                </a:solidFill>
                <a:latin typeface="Open Sans"/>
                <a:ea typeface="Open Sans"/>
                <a:cs typeface="Open Sans"/>
                <a:sym typeface="Open Sans"/>
              </a:defRPr>
            </a:lvl9pPr>
          </a:lstStyle>
          <a:p>
            <a:pPr marL="0" lvl="0" indent="0" algn="r" rtl="0">
              <a:spcBef>
                <a:spcPts val="0"/>
              </a:spcBef>
              <a:spcAft>
                <a:spcPts val="0"/>
              </a:spcAft>
              <a:buNone/>
            </a:pPr>
            <a:r>
              <a:rPr lang="en-US"/>
              <a:t>&lt;#&gt;</a:t>
            </a:r>
            <a:endParaRPr sz="1400">
              <a:solidFill>
                <a:srgbClr val="000000"/>
              </a:solidFill>
              <a:latin typeface="Arial"/>
              <a:ea typeface="Arial"/>
              <a:cs typeface="Arial"/>
              <a:sym typeface="Arial"/>
            </a:endParaRPr>
          </a:p>
        </p:txBody>
      </p:sp>
      <p:sp>
        <p:nvSpPr>
          <p:cNvPr id="13" name="Google Shape;13;p29"/>
          <p:cNvSpPr txBox="1">
            <a:spLocks noGrp="1"/>
          </p:cNvSpPr>
          <p:nvPr>
            <p:ph type="ftr" idx="11"/>
          </p:nvPr>
        </p:nvSpPr>
        <p:spPr>
          <a:xfrm>
            <a:off x="2495550" y="4686300"/>
            <a:ext cx="5181600" cy="28575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600" b="0" i="0" u="none" strike="noStrike" cap="none">
                <a:solidFill>
                  <a:srgbClr val="7F7F7F"/>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2pPr>
            <a:lvl3pPr marR="0" lvl="2"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3pPr>
            <a:lvl4pPr marR="0" lvl="3"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4pPr>
            <a:lvl5pPr marR="0" lvl="4"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5pPr>
            <a:lvl6pPr marR="0" lvl="5"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6pPr>
            <a:lvl7pPr marR="0" lvl="6"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7pPr>
            <a:lvl8pPr marR="0" lvl="7"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8pPr>
            <a:lvl9pPr marR="0" lvl="8"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9pPr>
          </a:lstStyle>
          <a:p>
            <a:endParaRPr/>
          </a:p>
        </p:txBody>
      </p:sp>
      <p:sp>
        <p:nvSpPr>
          <p:cNvPr id="14" name="Google Shape;14;p29"/>
          <p:cNvSpPr txBox="1">
            <a:spLocks noGrp="1"/>
          </p:cNvSpPr>
          <p:nvPr>
            <p:ph type="dt" idx="10"/>
          </p:nvPr>
        </p:nvSpPr>
        <p:spPr>
          <a:xfrm>
            <a:off x="762000" y="4695033"/>
            <a:ext cx="1639570" cy="28575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600" b="0" i="0" u="none" strike="noStrike" cap="none">
                <a:solidFill>
                  <a:srgbClr val="7F7F7F"/>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2pPr>
            <a:lvl3pPr marR="0" lvl="2"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3pPr>
            <a:lvl4pPr marR="0" lvl="3"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4pPr>
            <a:lvl5pPr marR="0" lvl="4"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5pPr>
            <a:lvl6pPr marR="0" lvl="5"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6pPr>
            <a:lvl7pPr marR="0" lvl="6"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7pPr>
            <a:lvl8pPr marR="0" lvl="7"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8pPr>
            <a:lvl9pPr marR="0" lvl="8"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grpSp>
        <p:nvGrpSpPr>
          <p:cNvPr id="101" name="Google Shape;101;p1"/>
          <p:cNvGrpSpPr/>
          <p:nvPr/>
        </p:nvGrpSpPr>
        <p:grpSpPr>
          <a:xfrm>
            <a:off x="8978370" y="1400802"/>
            <a:ext cx="165631" cy="3742698"/>
            <a:chOff x="0" y="-38100"/>
            <a:chExt cx="87246" cy="1971462"/>
          </a:xfrm>
        </p:grpSpPr>
        <p:sp>
          <p:nvSpPr>
            <p:cNvPr id="102" name="Google Shape;102;p1"/>
            <p:cNvSpPr/>
            <p:nvPr/>
          </p:nvSpPr>
          <p:spPr>
            <a:xfrm>
              <a:off x="0" y="0"/>
              <a:ext cx="87246" cy="1933362"/>
            </a:xfrm>
            <a:custGeom>
              <a:avLst/>
              <a:gdLst/>
              <a:ahLst/>
              <a:cxnLst/>
              <a:rect l="l" t="t" r="r" b="b"/>
              <a:pathLst>
                <a:path w="87246" h="1933362" extrusionOk="0">
                  <a:moveTo>
                    <a:pt x="0" y="0"/>
                  </a:moveTo>
                  <a:lnTo>
                    <a:pt x="87246" y="0"/>
                  </a:lnTo>
                  <a:lnTo>
                    <a:pt x="87246" y="1933362"/>
                  </a:lnTo>
                  <a:lnTo>
                    <a:pt x="0" y="1933362"/>
                  </a:lnTo>
                  <a:close/>
                </a:path>
              </a:pathLst>
            </a:custGeom>
            <a:solidFill>
              <a:srgbClr val="F9ECB8"/>
            </a:solidFill>
            <a:ln>
              <a:noFill/>
            </a:ln>
          </p:spPr>
          <p:txBody>
            <a:bodyPr/>
            <a:lstStyle/>
            <a:p>
              <a:endParaRPr lang="en-IN"/>
            </a:p>
          </p:txBody>
        </p:sp>
        <p:sp>
          <p:nvSpPr>
            <p:cNvPr id="103" name="Google Shape;103;p1"/>
            <p:cNvSpPr txBox="1"/>
            <p:nvPr/>
          </p:nvSpPr>
          <p:spPr>
            <a:xfrm>
              <a:off x="0" y="-38100"/>
              <a:ext cx="87246" cy="1971462"/>
            </a:xfrm>
            <a:prstGeom prst="rect">
              <a:avLst/>
            </a:prstGeom>
            <a:noFill/>
            <a:ln>
              <a:noFill/>
            </a:ln>
          </p:spPr>
          <p:txBody>
            <a:bodyPr spcFirstLastPara="1" wrap="square" lIns="25400" tIns="25400" rIns="25400" bIns="25400" anchor="ctr" anchorCtr="0">
              <a:noAutofit/>
            </a:bodyPr>
            <a:lstStyle/>
            <a:p>
              <a:pPr marL="0" marR="0" lvl="0" indent="0" algn="ctr" rtl="0">
                <a:lnSpc>
                  <a:spcPct val="295555"/>
                </a:lnSpc>
                <a:spcBef>
                  <a:spcPts val="0"/>
                </a:spcBef>
                <a:spcAft>
                  <a:spcPts val="0"/>
                </a:spcAft>
                <a:buNone/>
              </a:pPr>
              <a:endParaRPr sz="450" b="0" i="0" u="none" strike="noStrike" cap="none">
                <a:solidFill>
                  <a:schemeClr val="dk1"/>
                </a:solidFill>
                <a:latin typeface="Times New Roman"/>
                <a:ea typeface="Times New Roman"/>
                <a:cs typeface="Times New Roman"/>
                <a:sym typeface="Times New Roman"/>
              </a:endParaRPr>
            </a:p>
          </p:txBody>
        </p:sp>
      </p:grpSp>
      <p:grpSp>
        <p:nvGrpSpPr>
          <p:cNvPr id="104" name="Google Shape;104;p1"/>
          <p:cNvGrpSpPr/>
          <p:nvPr/>
        </p:nvGrpSpPr>
        <p:grpSpPr>
          <a:xfrm rot="-5400000">
            <a:off x="2485802" y="-2397265"/>
            <a:ext cx="165631" cy="4960159"/>
            <a:chOff x="0" y="-38100"/>
            <a:chExt cx="87246" cy="2612759"/>
          </a:xfrm>
        </p:grpSpPr>
        <p:sp>
          <p:nvSpPr>
            <p:cNvPr id="105" name="Google Shape;105;p1"/>
            <p:cNvSpPr/>
            <p:nvPr/>
          </p:nvSpPr>
          <p:spPr>
            <a:xfrm>
              <a:off x="0" y="0"/>
              <a:ext cx="87246" cy="2574659"/>
            </a:xfrm>
            <a:custGeom>
              <a:avLst/>
              <a:gdLst/>
              <a:ahLst/>
              <a:cxnLst/>
              <a:rect l="l" t="t" r="r" b="b"/>
              <a:pathLst>
                <a:path w="87246" h="2574659" extrusionOk="0">
                  <a:moveTo>
                    <a:pt x="0" y="0"/>
                  </a:moveTo>
                  <a:lnTo>
                    <a:pt x="87246" y="0"/>
                  </a:lnTo>
                  <a:lnTo>
                    <a:pt x="87246" y="2574659"/>
                  </a:lnTo>
                  <a:lnTo>
                    <a:pt x="0" y="2574659"/>
                  </a:lnTo>
                  <a:close/>
                </a:path>
              </a:pathLst>
            </a:custGeom>
            <a:solidFill>
              <a:srgbClr val="FFC2CA"/>
            </a:solidFill>
            <a:ln>
              <a:noFill/>
            </a:ln>
          </p:spPr>
          <p:txBody>
            <a:bodyPr/>
            <a:lstStyle/>
            <a:p>
              <a:endParaRPr lang="en-IN"/>
            </a:p>
          </p:txBody>
        </p:sp>
        <p:sp>
          <p:nvSpPr>
            <p:cNvPr id="106" name="Google Shape;106;p1"/>
            <p:cNvSpPr txBox="1"/>
            <p:nvPr/>
          </p:nvSpPr>
          <p:spPr>
            <a:xfrm>
              <a:off x="0" y="-38100"/>
              <a:ext cx="87246" cy="2612759"/>
            </a:xfrm>
            <a:prstGeom prst="rect">
              <a:avLst/>
            </a:prstGeom>
            <a:noFill/>
            <a:ln>
              <a:noFill/>
            </a:ln>
          </p:spPr>
          <p:txBody>
            <a:bodyPr spcFirstLastPara="1" wrap="square" lIns="25400" tIns="25400" rIns="25400" bIns="25400" anchor="ctr" anchorCtr="0">
              <a:noAutofit/>
            </a:bodyPr>
            <a:lstStyle/>
            <a:p>
              <a:pPr marL="0" marR="0" lvl="0" indent="0" algn="ctr" rtl="0">
                <a:lnSpc>
                  <a:spcPct val="295555"/>
                </a:lnSpc>
                <a:spcBef>
                  <a:spcPts val="0"/>
                </a:spcBef>
                <a:spcAft>
                  <a:spcPts val="0"/>
                </a:spcAft>
                <a:buNone/>
              </a:pPr>
              <a:endParaRPr sz="450" b="0" i="0" u="none" strike="noStrike" cap="none">
                <a:solidFill>
                  <a:schemeClr val="dk1"/>
                </a:solidFill>
                <a:latin typeface="Times New Roman"/>
                <a:ea typeface="Times New Roman"/>
                <a:cs typeface="Times New Roman"/>
                <a:sym typeface="Times New Roman"/>
              </a:endParaRPr>
            </a:p>
          </p:txBody>
        </p:sp>
      </p:grpSp>
      <p:grpSp>
        <p:nvGrpSpPr>
          <p:cNvPr id="107" name="Google Shape;107;p1"/>
          <p:cNvGrpSpPr/>
          <p:nvPr/>
        </p:nvGrpSpPr>
        <p:grpSpPr>
          <a:xfrm>
            <a:off x="0" y="-72331"/>
            <a:ext cx="165631" cy="2500951"/>
            <a:chOff x="0" y="-38100"/>
            <a:chExt cx="87246" cy="1317373"/>
          </a:xfrm>
        </p:grpSpPr>
        <p:sp>
          <p:nvSpPr>
            <p:cNvPr id="108" name="Google Shape;108;p1"/>
            <p:cNvSpPr/>
            <p:nvPr/>
          </p:nvSpPr>
          <p:spPr>
            <a:xfrm>
              <a:off x="0" y="0"/>
              <a:ext cx="87246" cy="1279273"/>
            </a:xfrm>
            <a:custGeom>
              <a:avLst/>
              <a:gdLst/>
              <a:ahLst/>
              <a:cxnLst/>
              <a:rect l="l" t="t" r="r" b="b"/>
              <a:pathLst>
                <a:path w="87246" h="1279273" extrusionOk="0">
                  <a:moveTo>
                    <a:pt x="0" y="0"/>
                  </a:moveTo>
                  <a:lnTo>
                    <a:pt x="87246" y="0"/>
                  </a:lnTo>
                  <a:lnTo>
                    <a:pt x="87246" y="1279273"/>
                  </a:lnTo>
                  <a:lnTo>
                    <a:pt x="0" y="1279273"/>
                  </a:lnTo>
                  <a:close/>
                </a:path>
              </a:pathLst>
            </a:custGeom>
            <a:solidFill>
              <a:srgbClr val="FFC2CA"/>
            </a:solidFill>
            <a:ln>
              <a:noFill/>
            </a:ln>
          </p:spPr>
          <p:txBody>
            <a:bodyPr/>
            <a:lstStyle/>
            <a:p>
              <a:endParaRPr lang="en-IN"/>
            </a:p>
          </p:txBody>
        </p:sp>
        <p:sp>
          <p:nvSpPr>
            <p:cNvPr id="109" name="Google Shape;109;p1"/>
            <p:cNvSpPr txBox="1"/>
            <p:nvPr/>
          </p:nvSpPr>
          <p:spPr>
            <a:xfrm>
              <a:off x="0" y="-38100"/>
              <a:ext cx="87246" cy="1317373"/>
            </a:xfrm>
            <a:prstGeom prst="rect">
              <a:avLst/>
            </a:prstGeom>
            <a:noFill/>
            <a:ln>
              <a:noFill/>
            </a:ln>
          </p:spPr>
          <p:txBody>
            <a:bodyPr spcFirstLastPara="1" wrap="square" lIns="25400" tIns="25400" rIns="25400" bIns="25400" anchor="ctr" anchorCtr="0">
              <a:noAutofit/>
            </a:bodyPr>
            <a:lstStyle/>
            <a:p>
              <a:pPr marL="0" marR="0" lvl="0" indent="0" algn="ctr" rtl="0">
                <a:lnSpc>
                  <a:spcPct val="295555"/>
                </a:lnSpc>
                <a:spcBef>
                  <a:spcPts val="0"/>
                </a:spcBef>
                <a:spcAft>
                  <a:spcPts val="0"/>
                </a:spcAft>
                <a:buNone/>
              </a:pPr>
              <a:endParaRPr sz="450" b="0" i="0" u="none" strike="noStrike" cap="none">
                <a:solidFill>
                  <a:schemeClr val="dk1"/>
                </a:solidFill>
                <a:latin typeface="Times New Roman"/>
                <a:ea typeface="Times New Roman"/>
                <a:cs typeface="Times New Roman"/>
                <a:sym typeface="Times New Roman"/>
              </a:endParaRPr>
            </a:p>
          </p:txBody>
        </p:sp>
      </p:grpSp>
      <p:grpSp>
        <p:nvGrpSpPr>
          <p:cNvPr id="110" name="Google Shape;110;p1"/>
          <p:cNvGrpSpPr/>
          <p:nvPr/>
        </p:nvGrpSpPr>
        <p:grpSpPr>
          <a:xfrm>
            <a:off x="0" y="2320855"/>
            <a:ext cx="165631" cy="2834573"/>
            <a:chOff x="0" y="-38100"/>
            <a:chExt cx="87246" cy="1493108"/>
          </a:xfrm>
        </p:grpSpPr>
        <p:sp>
          <p:nvSpPr>
            <p:cNvPr id="111" name="Google Shape;111;p1"/>
            <p:cNvSpPr/>
            <p:nvPr/>
          </p:nvSpPr>
          <p:spPr>
            <a:xfrm>
              <a:off x="0" y="0"/>
              <a:ext cx="87246" cy="1455008"/>
            </a:xfrm>
            <a:custGeom>
              <a:avLst/>
              <a:gdLst/>
              <a:ahLst/>
              <a:cxnLst/>
              <a:rect l="l" t="t" r="r" b="b"/>
              <a:pathLst>
                <a:path w="87246" h="1455008" extrusionOk="0">
                  <a:moveTo>
                    <a:pt x="0" y="0"/>
                  </a:moveTo>
                  <a:lnTo>
                    <a:pt x="87246" y="0"/>
                  </a:lnTo>
                  <a:lnTo>
                    <a:pt x="87246" y="1455008"/>
                  </a:lnTo>
                  <a:lnTo>
                    <a:pt x="0" y="1455008"/>
                  </a:lnTo>
                  <a:close/>
                </a:path>
              </a:pathLst>
            </a:custGeom>
            <a:solidFill>
              <a:srgbClr val="F9ECB8"/>
            </a:solidFill>
            <a:ln>
              <a:noFill/>
            </a:ln>
          </p:spPr>
          <p:txBody>
            <a:bodyPr/>
            <a:lstStyle/>
            <a:p>
              <a:endParaRPr lang="en-IN"/>
            </a:p>
          </p:txBody>
        </p:sp>
        <p:sp>
          <p:nvSpPr>
            <p:cNvPr id="112" name="Google Shape;112;p1"/>
            <p:cNvSpPr txBox="1"/>
            <p:nvPr/>
          </p:nvSpPr>
          <p:spPr>
            <a:xfrm>
              <a:off x="0" y="-38100"/>
              <a:ext cx="87246" cy="1493108"/>
            </a:xfrm>
            <a:prstGeom prst="rect">
              <a:avLst/>
            </a:prstGeom>
            <a:noFill/>
            <a:ln>
              <a:noFill/>
            </a:ln>
          </p:spPr>
          <p:txBody>
            <a:bodyPr spcFirstLastPara="1" wrap="square" lIns="25400" tIns="25400" rIns="25400" bIns="25400" anchor="ctr" anchorCtr="0">
              <a:noAutofit/>
            </a:bodyPr>
            <a:lstStyle/>
            <a:p>
              <a:pPr marL="0" marR="0" lvl="0" indent="0" algn="ctr" rtl="0">
                <a:lnSpc>
                  <a:spcPct val="295555"/>
                </a:lnSpc>
                <a:spcBef>
                  <a:spcPts val="0"/>
                </a:spcBef>
                <a:spcAft>
                  <a:spcPts val="0"/>
                </a:spcAft>
                <a:buNone/>
              </a:pPr>
              <a:endParaRPr sz="450" b="0" i="0" u="none" strike="noStrike" cap="none">
                <a:solidFill>
                  <a:schemeClr val="dk1"/>
                </a:solidFill>
                <a:latin typeface="Times New Roman"/>
                <a:ea typeface="Times New Roman"/>
                <a:cs typeface="Times New Roman"/>
                <a:sym typeface="Times New Roman"/>
              </a:endParaRPr>
            </a:p>
          </p:txBody>
        </p:sp>
      </p:grpSp>
      <p:grpSp>
        <p:nvGrpSpPr>
          <p:cNvPr id="113" name="Google Shape;113;p1"/>
          <p:cNvGrpSpPr/>
          <p:nvPr/>
        </p:nvGrpSpPr>
        <p:grpSpPr>
          <a:xfrm rot="-5400000">
            <a:off x="6977368" y="-2001002"/>
            <a:ext cx="165631" cy="4167634"/>
            <a:chOff x="0" y="-38100"/>
            <a:chExt cx="87246" cy="2195297"/>
          </a:xfrm>
        </p:grpSpPr>
        <p:sp>
          <p:nvSpPr>
            <p:cNvPr id="114" name="Google Shape;114;p1"/>
            <p:cNvSpPr/>
            <p:nvPr/>
          </p:nvSpPr>
          <p:spPr>
            <a:xfrm>
              <a:off x="0" y="0"/>
              <a:ext cx="87246" cy="2157197"/>
            </a:xfrm>
            <a:custGeom>
              <a:avLst/>
              <a:gdLst/>
              <a:ahLst/>
              <a:cxnLst/>
              <a:rect l="l" t="t" r="r" b="b"/>
              <a:pathLst>
                <a:path w="87246" h="2157197" extrusionOk="0">
                  <a:moveTo>
                    <a:pt x="0" y="0"/>
                  </a:moveTo>
                  <a:lnTo>
                    <a:pt x="87246" y="0"/>
                  </a:lnTo>
                  <a:lnTo>
                    <a:pt x="87246" y="2157197"/>
                  </a:lnTo>
                  <a:lnTo>
                    <a:pt x="0" y="2157197"/>
                  </a:lnTo>
                  <a:close/>
                </a:path>
              </a:pathLst>
            </a:custGeom>
            <a:solidFill>
              <a:srgbClr val="BCAAD0"/>
            </a:solidFill>
            <a:ln>
              <a:noFill/>
            </a:ln>
          </p:spPr>
          <p:txBody>
            <a:bodyPr/>
            <a:lstStyle/>
            <a:p>
              <a:endParaRPr lang="en-IN"/>
            </a:p>
          </p:txBody>
        </p:sp>
        <p:sp>
          <p:nvSpPr>
            <p:cNvPr id="115" name="Google Shape;115;p1"/>
            <p:cNvSpPr txBox="1"/>
            <p:nvPr/>
          </p:nvSpPr>
          <p:spPr>
            <a:xfrm>
              <a:off x="0" y="-38100"/>
              <a:ext cx="87246" cy="2195297"/>
            </a:xfrm>
            <a:prstGeom prst="rect">
              <a:avLst/>
            </a:prstGeom>
            <a:noFill/>
            <a:ln>
              <a:noFill/>
            </a:ln>
          </p:spPr>
          <p:txBody>
            <a:bodyPr spcFirstLastPara="1" wrap="square" lIns="25400" tIns="25400" rIns="25400" bIns="25400" anchor="ctr" anchorCtr="0">
              <a:noAutofit/>
            </a:bodyPr>
            <a:lstStyle/>
            <a:p>
              <a:pPr marL="0" marR="0" lvl="0" indent="0" algn="ctr" rtl="0">
                <a:lnSpc>
                  <a:spcPct val="295555"/>
                </a:lnSpc>
                <a:spcBef>
                  <a:spcPts val="0"/>
                </a:spcBef>
                <a:spcAft>
                  <a:spcPts val="0"/>
                </a:spcAft>
                <a:buNone/>
              </a:pPr>
              <a:endParaRPr sz="450" b="0" i="0" u="none" strike="noStrike" cap="none">
                <a:solidFill>
                  <a:schemeClr val="dk1"/>
                </a:solidFill>
                <a:latin typeface="Times New Roman"/>
                <a:ea typeface="Times New Roman"/>
                <a:cs typeface="Times New Roman"/>
                <a:sym typeface="Times New Roman"/>
              </a:endParaRPr>
            </a:p>
          </p:txBody>
        </p:sp>
      </p:grpSp>
      <p:grpSp>
        <p:nvGrpSpPr>
          <p:cNvPr id="116" name="Google Shape;116;p1"/>
          <p:cNvGrpSpPr/>
          <p:nvPr/>
        </p:nvGrpSpPr>
        <p:grpSpPr>
          <a:xfrm>
            <a:off x="8978370" y="-72331"/>
            <a:ext cx="165631" cy="1578571"/>
            <a:chOff x="0" y="-38100"/>
            <a:chExt cx="87246" cy="831510"/>
          </a:xfrm>
        </p:grpSpPr>
        <p:sp>
          <p:nvSpPr>
            <p:cNvPr id="117" name="Google Shape;117;p1"/>
            <p:cNvSpPr/>
            <p:nvPr/>
          </p:nvSpPr>
          <p:spPr>
            <a:xfrm>
              <a:off x="0" y="0"/>
              <a:ext cx="87246" cy="793410"/>
            </a:xfrm>
            <a:custGeom>
              <a:avLst/>
              <a:gdLst/>
              <a:ahLst/>
              <a:cxnLst/>
              <a:rect l="l" t="t" r="r" b="b"/>
              <a:pathLst>
                <a:path w="87246" h="793410" extrusionOk="0">
                  <a:moveTo>
                    <a:pt x="0" y="0"/>
                  </a:moveTo>
                  <a:lnTo>
                    <a:pt x="87246" y="0"/>
                  </a:lnTo>
                  <a:lnTo>
                    <a:pt x="87246" y="793410"/>
                  </a:lnTo>
                  <a:lnTo>
                    <a:pt x="0" y="793410"/>
                  </a:lnTo>
                  <a:close/>
                </a:path>
              </a:pathLst>
            </a:custGeom>
            <a:solidFill>
              <a:srgbClr val="BCAAD0"/>
            </a:solidFill>
            <a:ln>
              <a:noFill/>
            </a:ln>
          </p:spPr>
          <p:txBody>
            <a:bodyPr/>
            <a:lstStyle/>
            <a:p>
              <a:endParaRPr lang="en-IN"/>
            </a:p>
          </p:txBody>
        </p:sp>
        <p:sp>
          <p:nvSpPr>
            <p:cNvPr id="118" name="Google Shape;118;p1"/>
            <p:cNvSpPr txBox="1"/>
            <p:nvPr/>
          </p:nvSpPr>
          <p:spPr>
            <a:xfrm>
              <a:off x="0" y="-38100"/>
              <a:ext cx="87246" cy="831510"/>
            </a:xfrm>
            <a:prstGeom prst="rect">
              <a:avLst/>
            </a:prstGeom>
            <a:noFill/>
            <a:ln>
              <a:noFill/>
            </a:ln>
          </p:spPr>
          <p:txBody>
            <a:bodyPr spcFirstLastPara="1" wrap="square" lIns="25400" tIns="25400" rIns="25400" bIns="25400" anchor="ctr" anchorCtr="0">
              <a:noAutofit/>
            </a:bodyPr>
            <a:lstStyle/>
            <a:p>
              <a:pPr marL="0" marR="0" lvl="0" indent="0" algn="ctr" rtl="0">
                <a:lnSpc>
                  <a:spcPct val="295555"/>
                </a:lnSpc>
                <a:spcBef>
                  <a:spcPts val="0"/>
                </a:spcBef>
                <a:spcAft>
                  <a:spcPts val="0"/>
                </a:spcAft>
                <a:buNone/>
              </a:pPr>
              <a:endParaRPr sz="450" b="0" i="0" u="none" strike="noStrike" cap="none">
                <a:solidFill>
                  <a:schemeClr val="dk1"/>
                </a:solidFill>
                <a:latin typeface="Times New Roman"/>
                <a:ea typeface="Times New Roman"/>
                <a:cs typeface="Times New Roman"/>
                <a:sym typeface="Times New Roman"/>
              </a:endParaRPr>
            </a:p>
          </p:txBody>
        </p:sp>
      </p:grpSp>
      <p:grpSp>
        <p:nvGrpSpPr>
          <p:cNvPr id="119" name="Google Shape;119;p1"/>
          <p:cNvGrpSpPr/>
          <p:nvPr/>
        </p:nvGrpSpPr>
        <p:grpSpPr>
          <a:xfrm rot="-5400000">
            <a:off x="8769137" y="4851452"/>
            <a:ext cx="165631" cy="418467"/>
            <a:chOff x="0" y="-38100"/>
            <a:chExt cx="87246" cy="220427"/>
          </a:xfrm>
        </p:grpSpPr>
        <p:sp>
          <p:nvSpPr>
            <p:cNvPr id="120" name="Google Shape;120;p1"/>
            <p:cNvSpPr/>
            <p:nvPr/>
          </p:nvSpPr>
          <p:spPr>
            <a:xfrm>
              <a:off x="0" y="0"/>
              <a:ext cx="87246" cy="182327"/>
            </a:xfrm>
            <a:custGeom>
              <a:avLst/>
              <a:gdLst/>
              <a:ahLst/>
              <a:cxnLst/>
              <a:rect l="l" t="t" r="r" b="b"/>
              <a:pathLst>
                <a:path w="87246" h="182327" extrusionOk="0">
                  <a:moveTo>
                    <a:pt x="0" y="0"/>
                  </a:moveTo>
                  <a:lnTo>
                    <a:pt x="87246" y="0"/>
                  </a:lnTo>
                  <a:lnTo>
                    <a:pt x="87246" y="182327"/>
                  </a:lnTo>
                  <a:lnTo>
                    <a:pt x="0" y="182327"/>
                  </a:lnTo>
                  <a:close/>
                </a:path>
              </a:pathLst>
            </a:custGeom>
            <a:solidFill>
              <a:srgbClr val="F9ECB8"/>
            </a:solidFill>
            <a:ln>
              <a:noFill/>
            </a:ln>
          </p:spPr>
          <p:txBody>
            <a:bodyPr/>
            <a:lstStyle/>
            <a:p>
              <a:endParaRPr lang="en-IN"/>
            </a:p>
          </p:txBody>
        </p:sp>
        <p:sp>
          <p:nvSpPr>
            <p:cNvPr id="121" name="Google Shape;121;p1"/>
            <p:cNvSpPr txBox="1"/>
            <p:nvPr/>
          </p:nvSpPr>
          <p:spPr>
            <a:xfrm>
              <a:off x="0" y="-38100"/>
              <a:ext cx="87246" cy="220427"/>
            </a:xfrm>
            <a:prstGeom prst="rect">
              <a:avLst/>
            </a:prstGeom>
            <a:noFill/>
            <a:ln>
              <a:noFill/>
            </a:ln>
          </p:spPr>
          <p:txBody>
            <a:bodyPr spcFirstLastPara="1" wrap="square" lIns="25400" tIns="25400" rIns="25400" bIns="25400" anchor="ctr" anchorCtr="0">
              <a:noAutofit/>
            </a:bodyPr>
            <a:lstStyle/>
            <a:p>
              <a:pPr marL="0" marR="0" lvl="0" indent="0" algn="ctr" rtl="0">
                <a:lnSpc>
                  <a:spcPct val="295555"/>
                </a:lnSpc>
                <a:spcBef>
                  <a:spcPts val="0"/>
                </a:spcBef>
                <a:spcAft>
                  <a:spcPts val="0"/>
                </a:spcAft>
                <a:buNone/>
              </a:pPr>
              <a:endParaRPr sz="450" b="0" i="0" u="none" strike="noStrike" cap="none">
                <a:solidFill>
                  <a:schemeClr val="dk1"/>
                </a:solidFill>
                <a:latin typeface="Times New Roman"/>
                <a:ea typeface="Times New Roman"/>
                <a:cs typeface="Times New Roman"/>
                <a:sym typeface="Times New Roman"/>
              </a:endParaRPr>
            </a:p>
          </p:txBody>
        </p:sp>
      </p:grpSp>
      <p:grpSp>
        <p:nvGrpSpPr>
          <p:cNvPr id="122" name="Google Shape;122;p1"/>
          <p:cNvGrpSpPr/>
          <p:nvPr/>
        </p:nvGrpSpPr>
        <p:grpSpPr>
          <a:xfrm rot="-5400000">
            <a:off x="782412" y="4205943"/>
            <a:ext cx="165631" cy="1709484"/>
            <a:chOff x="0" y="-38100"/>
            <a:chExt cx="87246" cy="900469"/>
          </a:xfrm>
        </p:grpSpPr>
        <p:sp>
          <p:nvSpPr>
            <p:cNvPr id="123" name="Google Shape;123;p1"/>
            <p:cNvSpPr/>
            <p:nvPr/>
          </p:nvSpPr>
          <p:spPr>
            <a:xfrm>
              <a:off x="0" y="0"/>
              <a:ext cx="87246" cy="862369"/>
            </a:xfrm>
            <a:custGeom>
              <a:avLst/>
              <a:gdLst/>
              <a:ahLst/>
              <a:cxnLst/>
              <a:rect l="l" t="t" r="r" b="b"/>
              <a:pathLst>
                <a:path w="87246" h="862369" extrusionOk="0">
                  <a:moveTo>
                    <a:pt x="0" y="0"/>
                  </a:moveTo>
                  <a:lnTo>
                    <a:pt x="87246" y="0"/>
                  </a:lnTo>
                  <a:lnTo>
                    <a:pt x="87246" y="862369"/>
                  </a:lnTo>
                  <a:lnTo>
                    <a:pt x="0" y="862369"/>
                  </a:lnTo>
                  <a:close/>
                </a:path>
              </a:pathLst>
            </a:custGeom>
            <a:solidFill>
              <a:srgbClr val="F9ECB8"/>
            </a:solidFill>
            <a:ln>
              <a:noFill/>
            </a:ln>
          </p:spPr>
          <p:txBody>
            <a:bodyPr/>
            <a:lstStyle/>
            <a:p>
              <a:endParaRPr lang="en-IN"/>
            </a:p>
          </p:txBody>
        </p:sp>
        <p:sp>
          <p:nvSpPr>
            <p:cNvPr id="124" name="Google Shape;124;p1"/>
            <p:cNvSpPr txBox="1"/>
            <p:nvPr/>
          </p:nvSpPr>
          <p:spPr>
            <a:xfrm>
              <a:off x="0" y="-38100"/>
              <a:ext cx="87246" cy="900469"/>
            </a:xfrm>
            <a:prstGeom prst="rect">
              <a:avLst/>
            </a:prstGeom>
            <a:noFill/>
            <a:ln>
              <a:noFill/>
            </a:ln>
          </p:spPr>
          <p:txBody>
            <a:bodyPr spcFirstLastPara="1" wrap="square" lIns="25400" tIns="25400" rIns="25400" bIns="25400" anchor="ctr" anchorCtr="0">
              <a:noAutofit/>
            </a:bodyPr>
            <a:lstStyle/>
            <a:p>
              <a:pPr marL="0" marR="0" lvl="0" indent="0" algn="ctr" rtl="0">
                <a:lnSpc>
                  <a:spcPct val="295555"/>
                </a:lnSpc>
                <a:spcBef>
                  <a:spcPts val="0"/>
                </a:spcBef>
                <a:spcAft>
                  <a:spcPts val="0"/>
                </a:spcAft>
                <a:buNone/>
              </a:pPr>
              <a:endParaRPr sz="450" b="0" i="0" u="none" strike="noStrike" cap="none">
                <a:solidFill>
                  <a:schemeClr val="dk1"/>
                </a:solidFill>
                <a:latin typeface="Times New Roman"/>
                <a:ea typeface="Times New Roman"/>
                <a:cs typeface="Times New Roman"/>
                <a:sym typeface="Times New Roman"/>
              </a:endParaRPr>
            </a:p>
          </p:txBody>
        </p:sp>
      </p:grpSp>
      <p:grpSp>
        <p:nvGrpSpPr>
          <p:cNvPr id="125" name="Google Shape;125;p1"/>
          <p:cNvGrpSpPr/>
          <p:nvPr/>
        </p:nvGrpSpPr>
        <p:grpSpPr>
          <a:xfrm rot="-5400000">
            <a:off x="5081778" y="1482713"/>
            <a:ext cx="165631" cy="7155945"/>
            <a:chOff x="0" y="-38100"/>
            <a:chExt cx="87246" cy="3769386"/>
          </a:xfrm>
        </p:grpSpPr>
        <p:sp>
          <p:nvSpPr>
            <p:cNvPr id="126" name="Google Shape;126;p1"/>
            <p:cNvSpPr/>
            <p:nvPr/>
          </p:nvSpPr>
          <p:spPr>
            <a:xfrm>
              <a:off x="0" y="0"/>
              <a:ext cx="87246" cy="3731286"/>
            </a:xfrm>
            <a:custGeom>
              <a:avLst/>
              <a:gdLst/>
              <a:ahLst/>
              <a:cxnLst/>
              <a:rect l="l" t="t" r="r" b="b"/>
              <a:pathLst>
                <a:path w="87246" h="3731286" extrusionOk="0">
                  <a:moveTo>
                    <a:pt x="0" y="0"/>
                  </a:moveTo>
                  <a:lnTo>
                    <a:pt x="87246" y="0"/>
                  </a:lnTo>
                  <a:lnTo>
                    <a:pt x="87246" y="3731286"/>
                  </a:lnTo>
                  <a:lnTo>
                    <a:pt x="0" y="3731286"/>
                  </a:lnTo>
                  <a:close/>
                </a:path>
              </a:pathLst>
            </a:custGeom>
            <a:solidFill>
              <a:srgbClr val="BCAAD0"/>
            </a:solidFill>
            <a:ln>
              <a:noFill/>
            </a:ln>
          </p:spPr>
          <p:txBody>
            <a:bodyPr/>
            <a:lstStyle/>
            <a:p>
              <a:endParaRPr lang="en-IN"/>
            </a:p>
          </p:txBody>
        </p:sp>
        <p:sp>
          <p:nvSpPr>
            <p:cNvPr id="127" name="Google Shape;127;p1"/>
            <p:cNvSpPr txBox="1"/>
            <p:nvPr/>
          </p:nvSpPr>
          <p:spPr>
            <a:xfrm>
              <a:off x="0" y="-38100"/>
              <a:ext cx="87246" cy="3769386"/>
            </a:xfrm>
            <a:prstGeom prst="rect">
              <a:avLst/>
            </a:prstGeom>
            <a:noFill/>
            <a:ln>
              <a:noFill/>
            </a:ln>
          </p:spPr>
          <p:txBody>
            <a:bodyPr spcFirstLastPara="1" wrap="square" lIns="25400" tIns="25400" rIns="25400" bIns="25400" anchor="ctr" anchorCtr="0">
              <a:noAutofit/>
            </a:bodyPr>
            <a:lstStyle/>
            <a:p>
              <a:pPr marL="0" marR="0" lvl="0" indent="0" algn="ctr" rtl="0">
                <a:lnSpc>
                  <a:spcPct val="295555"/>
                </a:lnSpc>
                <a:spcBef>
                  <a:spcPts val="0"/>
                </a:spcBef>
                <a:spcAft>
                  <a:spcPts val="0"/>
                </a:spcAft>
                <a:buNone/>
              </a:pPr>
              <a:endParaRPr sz="450" b="0" i="0" u="none" strike="noStrike" cap="none">
                <a:solidFill>
                  <a:schemeClr val="dk1"/>
                </a:solidFill>
                <a:latin typeface="Times New Roman"/>
                <a:ea typeface="Times New Roman"/>
                <a:cs typeface="Times New Roman"/>
                <a:sym typeface="Times New Roman"/>
              </a:endParaRPr>
            </a:p>
          </p:txBody>
        </p:sp>
      </p:grpSp>
      <p:sp>
        <p:nvSpPr>
          <p:cNvPr id="128" name="Google Shape;128;p1"/>
          <p:cNvSpPr txBox="1"/>
          <p:nvPr/>
        </p:nvSpPr>
        <p:spPr>
          <a:xfrm>
            <a:off x="479135" y="1426219"/>
            <a:ext cx="8235914"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dirty="0">
                <a:solidFill>
                  <a:srgbClr val="0D0D0D"/>
                </a:solidFill>
                <a:latin typeface="Times New Roman"/>
                <a:ea typeface="Times New Roman"/>
                <a:cs typeface="Times New Roman"/>
                <a:sym typeface="Times New Roman"/>
              </a:rPr>
              <a:t>                                     </a:t>
            </a:r>
            <a:endParaRPr sz="2400" dirty="0"/>
          </a:p>
          <a:p>
            <a:pPr marL="0" marR="0" lvl="0" indent="0" algn="l" rtl="0">
              <a:spcBef>
                <a:spcPts val="0"/>
              </a:spcBef>
              <a:spcAft>
                <a:spcPts val="0"/>
              </a:spcAft>
              <a:buNone/>
            </a:pPr>
            <a:r>
              <a:rPr lang="en-US" sz="2400" b="1" i="0" u="none" strike="noStrike" cap="none" dirty="0">
                <a:solidFill>
                  <a:srgbClr val="0D0D0D"/>
                </a:solidFill>
                <a:latin typeface="Times New Roman"/>
                <a:ea typeface="Times New Roman"/>
                <a:cs typeface="Times New Roman"/>
                <a:sym typeface="Times New Roman"/>
              </a:rPr>
              <a:t>                   </a:t>
            </a:r>
            <a:endParaRPr sz="2400" b="0" i="0" u="none" strike="noStrike" cap="none" dirty="0">
              <a:solidFill>
                <a:srgbClr val="0D0D0D"/>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400" b="1" i="0" u="none" strike="noStrike" cap="none" dirty="0">
                <a:solidFill>
                  <a:srgbClr val="0D0D0D"/>
                </a:solidFill>
                <a:latin typeface="Times New Roman"/>
                <a:ea typeface="Times New Roman"/>
                <a:cs typeface="Times New Roman"/>
                <a:sym typeface="Times New Roman"/>
              </a:rPr>
              <a:t> Price Comparison Website for Online Shopping</a:t>
            </a:r>
            <a:br>
              <a:rPr lang="en-US" sz="2400" b="1" i="0" u="none" strike="noStrike" cap="none" dirty="0">
                <a:solidFill>
                  <a:srgbClr val="0D0D0D"/>
                </a:solidFill>
                <a:latin typeface="Times New Roman"/>
                <a:ea typeface="Times New Roman"/>
                <a:cs typeface="Times New Roman"/>
                <a:sym typeface="Times New Roman"/>
              </a:rPr>
            </a:br>
            <a:endParaRPr sz="2400" b="1" i="0" u="none" strike="noStrike" cap="none" dirty="0">
              <a:solidFill>
                <a:srgbClr val="0D0D0D"/>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b="1" i="0" u="none" strike="noStrike" cap="none" dirty="0">
                <a:solidFill>
                  <a:srgbClr val="0D0D0D"/>
                </a:solidFill>
                <a:latin typeface="Times New Roman"/>
                <a:ea typeface="Times New Roman"/>
                <a:cs typeface="Times New Roman"/>
                <a:sym typeface="Times New Roman"/>
              </a:rPr>
              <a:t>         </a:t>
            </a:r>
            <a:br>
              <a:rPr lang="en-US" sz="2400" b="0" i="0" u="none" strike="noStrike" cap="none" dirty="0">
                <a:solidFill>
                  <a:schemeClr val="dk1"/>
                </a:solidFill>
                <a:latin typeface="Times New Roman"/>
                <a:ea typeface="Times New Roman"/>
                <a:cs typeface="Times New Roman"/>
                <a:sym typeface="Times New Roman"/>
              </a:rPr>
            </a:br>
            <a:endParaRPr sz="2400" b="0" i="0" u="none" strike="noStrike" cap="none" dirty="0">
              <a:solidFill>
                <a:schemeClr val="dk1"/>
              </a:solidFill>
              <a:latin typeface="Times New Roman"/>
              <a:ea typeface="Times New Roman"/>
              <a:cs typeface="Times New Roman"/>
              <a:sym typeface="Times New Roman"/>
            </a:endParaRPr>
          </a:p>
        </p:txBody>
      </p:sp>
      <p:sp>
        <p:nvSpPr>
          <p:cNvPr id="129" name="Google Shape;129;p1"/>
          <p:cNvSpPr txBox="1"/>
          <p:nvPr/>
        </p:nvSpPr>
        <p:spPr>
          <a:xfrm>
            <a:off x="5181600" y="3742698"/>
            <a:ext cx="3633296" cy="1600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50" b="0" i="0" u="none" strike="noStrike" cap="none">
                <a:solidFill>
                  <a:srgbClr val="000000"/>
                </a:solidFill>
                <a:latin typeface="Times New Roman"/>
                <a:ea typeface="Times New Roman"/>
                <a:cs typeface="Times New Roman"/>
                <a:sym typeface="Times New Roman"/>
              </a:rPr>
              <a:t> </a:t>
            </a:r>
            <a:r>
              <a:rPr lang="en-US" sz="1400" b="1" i="0" u="none" strike="noStrike" cap="none">
                <a:solidFill>
                  <a:schemeClr val="dk1"/>
                </a:solidFill>
                <a:latin typeface="Times New Roman"/>
                <a:ea typeface="Times New Roman"/>
                <a:cs typeface="Times New Roman"/>
                <a:sym typeface="Times New Roman"/>
              </a:rPr>
              <a:t>BATCH: 14</a:t>
            </a:r>
            <a:endParaRPr/>
          </a:p>
          <a:p>
            <a:pPr marL="0" marR="0" lvl="0" indent="0" algn="l" rtl="0">
              <a:spcBef>
                <a:spcPts val="0"/>
              </a:spcBef>
              <a:spcAft>
                <a:spcPts val="0"/>
              </a:spcAft>
              <a:buNone/>
            </a:pPr>
            <a:r>
              <a:rPr lang="en-US" sz="1400" b="0" i="0" u="none" strike="noStrike" cap="none">
                <a:solidFill>
                  <a:schemeClr val="dk1"/>
                </a:solidFill>
                <a:latin typeface="Times New Roman"/>
                <a:ea typeface="Times New Roman"/>
                <a:cs typeface="Times New Roman"/>
                <a:sym typeface="Times New Roman"/>
              </a:rPr>
              <a:t> 22D21A05B2 Pyata Manaswini</a:t>
            </a:r>
            <a:endParaRPr/>
          </a:p>
          <a:p>
            <a:pPr marL="0" marR="0" lvl="0" indent="0" algn="l" rtl="0">
              <a:spcBef>
                <a:spcPts val="0"/>
              </a:spcBef>
              <a:spcAft>
                <a:spcPts val="0"/>
              </a:spcAft>
              <a:buNone/>
            </a:pPr>
            <a:r>
              <a:rPr lang="en-US" sz="1400" b="0" i="0" u="none" strike="noStrike" cap="none">
                <a:solidFill>
                  <a:schemeClr val="dk1"/>
                </a:solidFill>
                <a:latin typeface="Times New Roman"/>
                <a:ea typeface="Times New Roman"/>
                <a:cs typeface="Times New Roman"/>
                <a:sym typeface="Times New Roman"/>
              </a:rPr>
              <a:t> 22D21A0570 Chilkuri Manasa</a:t>
            </a: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400" b="0" i="0" u="none" strike="noStrike" cap="none">
                <a:solidFill>
                  <a:schemeClr val="dk1"/>
                </a:solidFill>
                <a:latin typeface="Times New Roman"/>
                <a:ea typeface="Times New Roman"/>
                <a:cs typeface="Times New Roman"/>
                <a:sym typeface="Times New Roman"/>
              </a:rPr>
              <a:t> 23D25A0511  Kalva Rajini</a:t>
            </a: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a:t>
            </a:r>
            <a:br>
              <a:rPr lang="en-US" sz="1400" b="0" i="0" u="none" strike="noStrike" cap="none">
                <a:solidFill>
                  <a:schemeClr val="dk1"/>
                </a:solidFill>
                <a:latin typeface="Times New Roman"/>
                <a:ea typeface="Times New Roman"/>
                <a:cs typeface="Times New Roman"/>
                <a:sym typeface="Times New Roman"/>
              </a:rPr>
            </a:br>
            <a:endParaRPr sz="1400" b="0" i="0" u="none" strike="noStrike" cap="none">
              <a:solidFill>
                <a:schemeClr val="dk1"/>
              </a:solidFill>
              <a:latin typeface="Times New Roman"/>
              <a:ea typeface="Times New Roman"/>
              <a:cs typeface="Times New Roman"/>
              <a:sym typeface="Times New Roman"/>
            </a:endParaRPr>
          </a:p>
        </p:txBody>
      </p:sp>
      <p:sp>
        <p:nvSpPr>
          <p:cNvPr id="130" name="Google Shape;130;p1"/>
          <p:cNvSpPr/>
          <p:nvPr/>
        </p:nvSpPr>
        <p:spPr>
          <a:xfrm>
            <a:off x="479135" y="814777"/>
            <a:ext cx="9144000" cy="228600"/>
          </a:xfrm>
          <a:prstGeom prst="rect">
            <a:avLst/>
          </a:prstGeom>
          <a:noFill/>
          <a:ln>
            <a:noFill/>
          </a:ln>
        </p:spPr>
        <p:txBody>
          <a:bodyPr spcFirstLastPara="1" wrap="square" lIns="271375" tIns="38075" rIns="384050" bIns="0" anchor="ctr" anchorCtr="0">
            <a:spAutoFit/>
          </a:bodyPr>
          <a:lstStyle/>
          <a:p>
            <a:pPr marL="0" marR="0" lvl="0" indent="0" algn="l" rtl="0">
              <a:spcBef>
                <a:spcPts val="0"/>
              </a:spcBef>
              <a:spcAft>
                <a:spcPts val="0"/>
              </a:spcAft>
              <a:buNone/>
            </a:pPr>
            <a:endParaRPr sz="450" b="0" i="0" u="none" strike="noStrike" cap="none">
              <a:solidFill>
                <a:schemeClr val="dk1"/>
              </a:solidFill>
              <a:latin typeface="Open Sans"/>
              <a:ea typeface="Open Sans"/>
              <a:cs typeface="Open Sans"/>
              <a:sym typeface="Open Sans"/>
            </a:endParaRPr>
          </a:p>
        </p:txBody>
      </p:sp>
      <p:pic>
        <p:nvPicPr>
          <p:cNvPr id="131" name="Google Shape;131;p1"/>
          <p:cNvPicPr preferRelativeResize="0"/>
          <p:nvPr/>
        </p:nvPicPr>
        <p:blipFill rotWithShape="1">
          <a:blip r:embed="rId3">
            <a:alphaModFix/>
          </a:blip>
          <a:srcRect/>
          <a:stretch/>
        </p:blipFill>
        <p:spPr>
          <a:xfrm>
            <a:off x="683761" y="403331"/>
            <a:ext cx="864432" cy="627245"/>
          </a:xfrm>
          <a:prstGeom prst="rect">
            <a:avLst/>
          </a:prstGeom>
          <a:noFill/>
          <a:ln>
            <a:noFill/>
          </a:ln>
        </p:spPr>
      </p:pic>
      <p:sp>
        <p:nvSpPr>
          <p:cNvPr id="132" name="Google Shape;132;p1"/>
          <p:cNvSpPr txBox="1"/>
          <p:nvPr/>
        </p:nvSpPr>
        <p:spPr>
          <a:xfrm>
            <a:off x="1272711" y="3700391"/>
            <a:ext cx="299449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i="0" u="none" strike="noStrike" cap="none">
                <a:solidFill>
                  <a:schemeClr val="dk1"/>
                </a:solidFill>
                <a:latin typeface="Times New Roman"/>
                <a:ea typeface="Times New Roman"/>
                <a:cs typeface="Times New Roman"/>
                <a:sym typeface="Times New Roman"/>
              </a:rPr>
              <a:t>Coordinator:</a:t>
            </a:r>
            <a:r>
              <a:rPr lang="en-US" sz="1400" b="0" i="0" u="none" strike="noStrike" cap="none">
                <a:solidFill>
                  <a:schemeClr val="dk1"/>
                </a:solidFill>
                <a:latin typeface="Times New Roman"/>
                <a:ea typeface="Times New Roman"/>
                <a:cs typeface="Times New Roman"/>
                <a:sym typeface="Times New Roman"/>
              </a:rPr>
              <a:t>Mrs.M.Pragathi </a:t>
            </a:r>
            <a:endParaRPr/>
          </a:p>
          <a:p>
            <a:pPr marL="0" marR="0" lvl="0" indent="0" algn="ctr" rtl="0">
              <a:spcBef>
                <a:spcPts val="0"/>
              </a:spcBef>
              <a:spcAft>
                <a:spcPts val="0"/>
              </a:spcAft>
              <a:buNone/>
            </a:pPr>
            <a:r>
              <a:rPr lang="en-US" sz="1400" b="1" i="0" u="none" strike="noStrike" cap="none">
                <a:solidFill>
                  <a:schemeClr val="dk1"/>
                </a:solidFill>
                <a:latin typeface="Times New Roman"/>
                <a:ea typeface="Times New Roman"/>
                <a:cs typeface="Times New Roman"/>
                <a:sym typeface="Times New Roman"/>
              </a:rPr>
              <a:t>Internal guide:</a:t>
            </a:r>
            <a:r>
              <a:rPr lang="en-US" sz="1200" b="0" i="0" u="none" strike="noStrike" cap="none">
                <a:solidFill>
                  <a:schemeClr val="dk1"/>
                </a:solidFill>
                <a:latin typeface="Times New Roman"/>
                <a:ea typeface="Times New Roman"/>
                <a:cs typeface="Times New Roman"/>
                <a:sym typeface="Times New Roman"/>
              </a:rPr>
              <a:t>Mrs.GSL.Poornima</a:t>
            </a:r>
            <a:endParaRPr/>
          </a:p>
          <a:p>
            <a:pPr marL="0" marR="0" lvl="0" indent="0" algn="ctr" rtl="0">
              <a:spcBef>
                <a:spcPts val="0"/>
              </a:spcBef>
              <a:spcAft>
                <a:spcPts val="0"/>
              </a:spcAft>
              <a:buNone/>
            </a:pPr>
            <a:endParaRPr sz="1200" b="0" i="0" u="none" strike="noStrike" cap="none">
              <a:solidFill>
                <a:schemeClr val="dk1"/>
              </a:solidFill>
              <a:latin typeface="Open Sans"/>
              <a:ea typeface="Open Sans"/>
              <a:cs typeface="Open Sans"/>
              <a:sym typeface="Open Sans"/>
            </a:endParaRPr>
          </a:p>
        </p:txBody>
      </p:sp>
      <p:pic>
        <p:nvPicPr>
          <p:cNvPr id="133" name="Google Shape;133;p1"/>
          <p:cNvPicPr preferRelativeResize="0"/>
          <p:nvPr/>
        </p:nvPicPr>
        <p:blipFill rotWithShape="1">
          <a:blip r:embed="rId4">
            <a:alphaModFix/>
          </a:blip>
          <a:srcRect/>
          <a:stretch/>
        </p:blipFill>
        <p:spPr>
          <a:xfrm>
            <a:off x="1371600" y="314941"/>
            <a:ext cx="5804778" cy="891374"/>
          </a:xfrm>
          <a:prstGeom prst="rect">
            <a:avLst/>
          </a:prstGeom>
          <a:noFill/>
          <a:ln>
            <a:noFill/>
          </a:ln>
        </p:spPr>
      </p:pic>
      <p:pic>
        <p:nvPicPr>
          <p:cNvPr id="134" name="Google Shape;134;p1"/>
          <p:cNvPicPr preferRelativeResize="0"/>
          <p:nvPr/>
        </p:nvPicPr>
        <p:blipFill rotWithShape="1">
          <a:blip r:embed="rId5">
            <a:alphaModFix/>
          </a:blip>
          <a:srcRect/>
          <a:stretch/>
        </p:blipFill>
        <p:spPr>
          <a:xfrm>
            <a:off x="7060183" y="403331"/>
            <a:ext cx="420660" cy="566977"/>
          </a:xfrm>
          <a:prstGeom prst="rect">
            <a:avLst/>
          </a:prstGeom>
          <a:noFill/>
          <a:ln>
            <a:noFill/>
          </a:ln>
        </p:spPr>
      </p:pic>
      <p:pic>
        <p:nvPicPr>
          <p:cNvPr id="135" name="Google Shape;135;p1"/>
          <p:cNvPicPr preferRelativeResize="0"/>
          <p:nvPr/>
        </p:nvPicPr>
        <p:blipFill rotWithShape="1">
          <a:blip r:embed="rId6">
            <a:alphaModFix/>
          </a:blip>
          <a:srcRect/>
          <a:stretch/>
        </p:blipFill>
        <p:spPr>
          <a:xfrm>
            <a:off x="7571181" y="433487"/>
            <a:ext cx="438950" cy="56088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
          <p:cNvSpPr txBox="1">
            <a:spLocks noGrp="1"/>
          </p:cNvSpPr>
          <p:nvPr>
            <p:ph type="body" idx="3"/>
          </p:nvPr>
        </p:nvSpPr>
        <p:spPr>
          <a:xfrm>
            <a:off x="413434" y="766672"/>
            <a:ext cx="3619500" cy="3803644"/>
          </a:xfrm>
          <a:prstGeom prst="rect">
            <a:avLst/>
          </a:prstGeom>
          <a:noFill/>
          <a:ln>
            <a:noFill/>
          </a:ln>
        </p:spPr>
        <p:txBody>
          <a:bodyPr spcFirstLastPara="1" wrap="square" lIns="91425" tIns="93600" rIns="91425" bIns="45700" anchor="t" anchorCtr="0">
            <a:noAutofit/>
          </a:bodyPr>
          <a:lstStyle/>
          <a:p>
            <a:pPr marL="0" lvl="0" indent="0" algn="l" rtl="0">
              <a:spcBef>
                <a:spcPts val="0"/>
              </a:spcBef>
              <a:spcAft>
                <a:spcPts val="0"/>
              </a:spcAft>
              <a:buSzPts val="1600"/>
              <a:buNone/>
            </a:pPr>
            <a:r>
              <a:rPr lang="en-US" b="1">
                <a:latin typeface="Times New Roman" panose="02020603050405020304" pitchFamily="18" charset="0"/>
                <a:ea typeface="Times New Roman"/>
                <a:cs typeface="Times New Roman" panose="02020603050405020304" pitchFamily="18" charset="0"/>
                <a:sym typeface="Times New Roman"/>
              </a:rPr>
              <a:t>Abstract</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b="1">
                <a:latin typeface="Times New Roman" panose="02020603050405020304" pitchFamily="18" charset="0"/>
                <a:ea typeface="Times New Roman"/>
                <a:cs typeface="Times New Roman" panose="02020603050405020304" pitchFamily="18" charset="0"/>
                <a:sym typeface="Times New Roman"/>
              </a:rPr>
              <a:t>1.Introduction</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1.1 Purpose</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1.2 Scope</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b="1">
                <a:latin typeface="Times New Roman" panose="02020603050405020304" pitchFamily="18" charset="0"/>
                <a:ea typeface="Times New Roman"/>
                <a:cs typeface="Times New Roman" panose="02020603050405020304" pitchFamily="18" charset="0"/>
                <a:sym typeface="Times New Roman"/>
              </a:rPr>
              <a:t>2.Literature Survey</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b="1">
                <a:latin typeface="Times New Roman" panose="02020603050405020304" pitchFamily="18" charset="0"/>
                <a:ea typeface="Times New Roman"/>
                <a:cs typeface="Times New Roman" panose="02020603050405020304" pitchFamily="18" charset="0"/>
                <a:sym typeface="Times New Roman"/>
              </a:rPr>
              <a:t>3.System Analysis</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3.1 Existing System &amp; Disadvantages</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3.2 Problem Statement</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3.3 Proposed System &amp; Advantages </a:t>
            </a:r>
            <a:endParaRPr>
              <a:latin typeface="Times New Roman" panose="02020603050405020304" pitchFamily="18" charset="0"/>
              <a:cs typeface="Times New Roman" panose="02020603050405020304" pitchFamily="18" charset="0"/>
            </a:endParaRPr>
          </a:p>
        </p:txBody>
      </p:sp>
      <p:sp>
        <p:nvSpPr>
          <p:cNvPr id="142" name="Google Shape;142;p2"/>
          <p:cNvSpPr txBox="1">
            <a:spLocks noGrp="1"/>
          </p:cNvSpPr>
          <p:nvPr>
            <p:ph type="title"/>
          </p:nvPr>
        </p:nvSpPr>
        <p:spPr>
          <a:xfrm>
            <a:off x="104078" y="-95249"/>
            <a:ext cx="8277922" cy="761999"/>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2400">
                <a:latin typeface="Times New Roman"/>
                <a:ea typeface="Times New Roman"/>
                <a:cs typeface="Times New Roman"/>
                <a:sym typeface="Times New Roman"/>
              </a:rPr>
              <a:t>CONTENTS</a:t>
            </a:r>
            <a:endParaRPr sz="2400"/>
          </a:p>
        </p:txBody>
      </p:sp>
      <p:sp>
        <p:nvSpPr>
          <p:cNvPr id="143" name="Google Shape;143;p2"/>
          <p:cNvSpPr txBox="1">
            <a:spLocks noGrp="1"/>
          </p:cNvSpPr>
          <p:nvPr>
            <p:ph type="body" idx="4"/>
          </p:nvPr>
        </p:nvSpPr>
        <p:spPr>
          <a:xfrm>
            <a:off x="5190585" y="666750"/>
            <a:ext cx="3619500" cy="4114801"/>
          </a:xfrm>
          <a:prstGeom prst="rect">
            <a:avLst/>
          </a:prstGeom>
          <a:noFill/>
          <a:ln>
            <a:noFill/>
          </a:ln>
        </p:spPr>
        <p:txBody>
          <a:bodyPr spcFirstLastPara="1" wrap="square" lIns="91425" tIns="93600" rIns="91425" bIns="45700" anchor="t" anchorCtr="0">
            <a:noAutofit/>
          </a:bodyPr>
          <a:lstStyle/>
          <a:p>
            <a:pPr marL="0" lvl="0" indent="0" algn="l" rtl="0">
              <a:spcBef>
                <a:spcPts val="0"/>
              </a:spcBef>
              <a:spcAft>
                <a:spcPts val="0"/>
              </a:spcAft>
              <a:buSzPts val="1600"/>
              <a:buNone/>
            </a:pPr>
            <a:r>
              <a:rPr lang="en-US" b="1">
                <a:latin typeface="Times New Roman" panose="02020603050405020304" pitchFamily="18" charset="0"/>
                <a:ea typeface="Times New Roman"/>
                <a:cs typeface="Times New Roman" panose="02020603050405020304" pitchFamily="18" charset="0"/>
                <a:sym typeface="Times New Roman"/>
              </a:rPr>
              <a:t>4.System Requirements Specification</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4.1 Functional and Non Functional requirements</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 4.2 Software Requirements</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4.3 Hardware Requirements</a:t>
            </a:r>
          </a:p>
          <a:p>
            <a:pPr marL="0" lvl="0" indent="0" algn="l" rtl="0">
              <a:spcBef>
                <a:spcPts val="1200"/>
              </a:spcBef>
              <a:spcAft>
                <a:spcPts val="0"/>
              </a:spcAft>
              <a:buSzPts val="1600"/>
              <a:buNone/>
            </a:pPr>
            <a:r>
              <a:rPr lang="en-US">
                <a:latin typeface="Times New Roman" panose="02020603050405020304" pitchFamily="18" charset="0"/>
                <a:cs typeface="Times New Roman" panose="02020603050405020304" pitchFamily="18" charset="0"/>
                <a:sym typeface="Times New Roman"/>
              </a:rPr>
              <a:t>4.4 Technologies used </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b="1">
                <a:latin typeface="Times New Roman" panose="02020603050405020304" pitchFamily="18" charset="0"/>
                <a:ea typeface="Times New Roman"/>
                <a:cs typeface="Times New Roman" panose="02020603050405020304" pitchFamily="18" charset="0"/>
                <a:sym typeface="Times New Roman"/>
              </a:rPr>
              <a:t>5.System Design</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5.1 Architecture </a:t>
            </a:r>
          </a:p>
          <a:p>
            <a:pPr marL="0" lvl="0" indent="0" algn="l" rtl="0">
              <a:spcBef>
                <a:spcPts val="1200"/>
              </a:spcBef>
              <a:spcAft>
                <a:spcPts val="0"/>
              </a:spcAft>
              <a:buSzPts val="1600"/>
              <a:buNone/>
            </a:pPr>
            <a:r>
              <a:rPr lang="en-US">
                <a:latin typeface="Times New Roman" panose="02020603050405020304" pitchFamily="18" charset="0"/>
                <a:cs typeface="Times New Roman" panose="02020603050405020304" pitchFamily="18" charset="0"/>
                <a:sym typeface="Times New Roman"/>
              </a:rPr>
              <a:t>5.2 System Modules </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5.3 Data Flow Diagram</a:t>
            </a:r>
            <a:endParaRPr>
              <a:latin typeface="Times New Roman" panose="02020603050405020304" pitchFamily="18" charset="0"/>
              <a:cs typeface="Times New Roman" panose="02020603050405020304" pitchFamily="18" charset="0"/>
            </a:endParaRPr>
          </a:p>
          <a:p>
            <a:pPr marL="0" lvl="0" indent="0" algn="l" rtl="0">
              <a:spcBef>
                <a:spcPts val="1200"/>
              </a:spcBef>
              <a:spcAft>
                <a:spcPts val="0"/>
              </a:spcAft>
              <a:buSzPts val="1600"/>
              <a:buNone/>
            </a:pPr>
            <a:r>
              <a:rPr lang="en-US">
                <a:latin typeface="Times New Roman" panose="02020603050405020304" pitchFamily="18" charset="0"/>
                <a:ea typeface="Times New Roman"/>
                <a:cs typeface="Times New Roman" panose="02020603050405020304" pitchFamily="18" charset="0"/>
                <a:sym typeface="Times New Roman"/>
              </a:rPr>
              <a:t>5.4 UML Diagrams</a:t>
            </a:r>
            <a:endParaRPr>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B3882CB-7E7E-DA6E-01E9-272FDC9F8808}"/>
              </a:ext>
            </a:extLst>
          </p:cNvPr>
          <p:cNvSpPr>
            <a:spLocks noGrp="1"/>
          </p:cNvSpPr>
          <p:nvPr>
            <p:ph type="body" idx="3"/>
          </p:nvPr>
        </p:nvSpPr>
        <p:spPr>
          <a:xfrm>
            <a:off x="449384" y="476354"/>
            <a:ext cx="3619500" cy="4077325"/>
          </a:xfrm>
        </p:spPr>
        <p:txBody>
          <a:bodyPr>
            <a:normAutofit lnSpcReduction="10000"/>
          </a:bodyPr>
          <a:lstStyle/>
          <a:p>
            <a:pPr marL="114300" indent="0">
              <a:buNone/>
            </a:pPr>
            <a:r>
              <a:rPr lang="en-US" b="1">
                <a:latin typeface="Times New Roman" panose="02020603050405020304" pitchFamily="18" charset="0"/>
                <a:cs typeface="Times New Roman" panose="02020603050405020304" pitchFamily="18" charset="0"/>
              </a:rPr>
              <a:t>6. Implementation</a:t>
            </a:r>
          </a:p>
          <a:p>
            <a:pPr marL="114300" indent="0">
              <a:buNone/>
            </a:pPr>
            <a:r>
              <a:rPr lang="en-US">
                <a:latin typeface="Times New Roman" panose="02020603050405020304" pitchFamily="18" charset="0"/>
                <a:cs typeface="Times New Roman" panose="02020603050405020304" pitchFamily="18" charset="0"/>
              </a:rPr>
              <a:t>6.1 Algorithms Used</a:t>
            </a:r>
          </a:p>
          <a:p>
            <a:pPr marL="114300" indent="0">
              <a:buNone/>
            </a:pPr>
            <a:r>
              <a:rPr lang="en-US">
                <a:latin typeface="Times New Roman" panose="02020603050405020304" pitchFamily="18" charset="0"/>
                <a:cs typeface="Times New Roman" panose="02020603050405020304" pitchFamily="18" charset="0"/>
              </a:rPr>
              <a:t>6.2 Sample Code</a:t>
            </a:r>
          </a:p>
          <a:p>
            <a:pPr marL="114300" indent="0">
              <a:buNone/>
            </a:pPr>
            <a:r>
              <a:rPr lang="en-US" b="1">
                <a:latin typeface="Times New Roman" panose="02020603050405020304" pitchFamily="18" charset="0"/>
                <a:cs typeface="Times New Roman" panose="02020603050405020304" pitchFamily="18" charset="0"/>
              </a:rPr>
              <a:t>7.System Testing</a:t>
            </a:r>
          </a:p>
          <a:p>
            <a:pPr marL="114300" indent="0">
              <a:buNone/>
            </a:pPr>
            <a:r>
              <a:rPr lang="en-US">
                <a:latin typeface="Times New Roman" panose="02020603050405020304" pitchFamily="18" charset="0"/>
                <a:cs typeface="Times New Roman" panose="02020603050405020304" pitchFamily="18" charset="0"/>
              </a:rPr>
              <a:t>7.1 Test Cases</a:t>
            </a:r>
          </a:p>
          <a:p>
            <a:pPr marL="114300" indent="0">
              <a:buNone/>
            </a:pPr>
            <a:r>
              <a:rPr lang="en-US">
                <a:latin typeface="Times New Roman" panose="02020603050405020304" pitchFamily="18" charset="0"/>
                <a:cs typeface="Times New Roman" panose="02020603050405020304" pitchFamily="18" charset="0"/>
              </a:rPr>
              <a:t>7.2 Results and Discussion</a:t>
            </a:r>
          </a:p>
          <a:p>
            <a:pPr marL="114300" indent="0">
              <a:buNone/>
            </a:pPr>
            <a:r>
              <a:rPr lang="en-US" b="1">
                <a:latin typeface="Times New Roman" panose="02020603050405020304" pitchFamily="18" charset="0"/>
                <a:cs typeface="Times New Roman" panose="02020603050405020304" pitchFamily="18" charset="0"/>
              </a:rPr>
              <a:t>8.Conclusion and Future Scope</a:t>
            </a:r>
          </a:p>
          <a:p>
            <a:pPr marL="114300" indent="0">
              <a:buNone/>
            </a:pPr>
            <a:r>
              <a:rPr lang="en-US">
                <a:latin typeface="Times New Roman" panose="02020603050405020304" pitchFamily="18" charset="0"/>
                <a:cs typeface="Times New Roman" panose="02020603050405020304" pitchFamily="18" charset="0"/>
              </a:rPr>
              <a:t>8.1 Conclusion</a:t>
            </a:r>
          </a:p>
          <a:p>
            <a:pPr marL="114300" indent="0">
              <a:buNone/>
            </a:pPr>
            <a:r>
              <a:rPr lang="en-US">
                <a:latin typeface="Times New Roman" panose="02020603050405020304" pitchFamily="18" charset="0"/>
                <a:cs typeface="Times New Roman" panose="02020603050405020304" pitchFamily="18" charset="0"/>
              </a:rPr>
              <a:t>8.2 Future Scope</a:t>
            </a:r>
          </a:p>
          <a:p>
            <a:pPr marL="114300" indent="0">
              <a:buNone/>
            </a:pPr>
            <a:r>
              <a:rPr lang="en-US" b="1">
                <a:latin typeface="Times New Roman" panose="02020603050405020304" pitchFamily="18" charset="0"/>
                <a:cs typeface="Times New Roman" panose="02020603050405020304" pitchFamily="18" charset="0"/>
              </a:rPr>
              <a:t>9.References</a:t>
            </a:r>
          </a:p>
          <a:p>
            <a:pPr marL="114300" indent="0">
              <a:buNone/>
            </a:pPr>
            <a:endParaRPr lang="en-US">
              <a:latin typeface="Times New Roman" panose="02020603050405020304" pitchFamily="18" charset="0"/>
              <a:cs typeface="Times New Roman" panose="02020603050405020304" pitchFamily="18" charset="0"/>
            </a:endParaRPr>
          </a:p>
          <a:p>
            <a:pPr marL="114300" indent="0">
              <a:buNone/>
            </a:pP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74867"/>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
          <p:cNvSpPr txBox="1">
            <a:spLocks noGrp="1"/>
          </p:cNvSpPr>
          <p:nvPr>
            <p:ph type="title"/>
          </p:nvPr>
        </p:nvSpPr>
        <p:spPr>
          <a:xfrm>
            <a:off x="457200" y="327102"/>
            <a:ext cx="7924800" cy="644448"/>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2400">
                <a:latin typeface="Times New Roman"/>
                <a:ea typeface="Times New Roman"/>
                <a:cs typeface="Times New Roman"/>
                <a:sym typeface="Times New Roman"/>
              </a:rPr>
              <a:t>ABSTRACT</a:t>
            </a:r>
            <a:endParaRPr sz="2400"/>
          </a:p>
        </p:txBody>
      </p:sp>
      <p:sp>
        <p:nvSpPr>
          <p:cNvPr id="149" name="Google Shape;149;p3"/>
          <p:cNvSpPr txBox="1">
            <a:spLocks noGrp="1"/>
          </p:cNvSpPr>
          <p:nvPr>
            <p:ph type="body" idx="1"/>
          </p:nvPr>
        </p:nvSpPr>
        <p:spPr>
          <a:xfrm>
            <a:off x="457200" y="1158798"/>
            <a:ext cx="8229600" cy="3657600"/>
          </a:xfrm>
          <a:prstGeom prst="rect">
            <a:avLst/>
          </a:prstGeom>
          <a:noFill/>
          <a:ln>
            <a:noFill/>
          </a:ln>
        </p:spPr>
        <p:txBody>
          <a:bodyPr spcFirstLastPara="1" wrap="square" lIns="91425" tIns="93600" rIns="91425" bIns="45700" anchor="t" anchorCtr="0">
            <a:normAutofit/>
          </a:bodyPr>
          <a:lstStyle/>
          <a:p>
            <a:pPr marL="0" lvl="0" indent="0" algn="just" rtl="0">
              <a:lnSpc>
                <a:spcPct val="150000"/>
              </a:lnSpc>
              <a:spcBef>
                <a:spcPts val="0"/>
              </a:spcBef>
              <a:spcAft>
                <a:spcPts val="0"/>
              </a:spcAft>
              <a:buSzPts val="1600"/>
              <a:buNone/>
            </a:pPr>
            <a:r>
              <a:rPr lang="en-US">
                <a:latin typeface="Times New Roman"/>
                <a:ea typeface="Times New Roman"/>
                <a:cs typeface="Times New Roman"/>
                <a:sym typeface="Times New Roman"/>
              </a:rPr>
              <a:t>	This project is about creating a Price Comparison Website for online shopping, where users can compare prices, product details, and availability from different online stores. The website helps shoppers find the best deals by displaying real-time prices and shipping costs across multiple retailers. The platform features an easy-to-use interface, allowing users to filter products by categories like price, brand, and ratings. It collects and updates product data continuously to ensure accuracy. This website aims to save users time and money while making online shopping more efficient.</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4"/>
          <p:cNvSpPr txBox="1">
            <a:spLocks noGrp="1"/>
          </p:cNvSpPr>
          <p:nvPr>
            <p:ph type="title"/>
          </p:nvPr>
        </p:nvSpPr>
        <p:spPr>
          <a:xfrm>
            <a:off x="762000" y="349045"/>
            <a:ext cx="7620000" cy="857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2400">
                <a:latin typeface="Times New Roman"/>
                <a:ea typeface="Times New Roman"/>
                <a:cs typeface="Times New Roman"/>
                <a:sym typeface="Times New Roman"/>
              </a:rPr>
              <a:t>1.INTRODUCTION</a:t>
            </a:r>
            <a:endParaRPr sz="2400"/>
          </a:p>
        </p:txBody>
      </p:sp>
      <p:sp>
        <p:nvSpPr>
          <p:cNvPr id="155" name="Google Shape;155;p4"/>
          <p:cNvSpPr txBox="1">
            <a:spLocks noGrp="1"/>
          </p:cNvSpPr>
          <p:nvPr>
            <p:ph type="body" idx="1"/>
          </p:nvPr>
        </p:nvSpPr>
        <p:spPr>
          <a:xfrm>
            <a:off x="487680" y="1464526"/>
            <a:ext cx="8122920" cy="3012223"/>
          </a:xfrm>
          <a:prstGeom prst="rect">
            <a:avLst/>
          </a:prstGeom>
          <a:noFill/>
          <a:ln>
            <a:noFill/>
          </a:ln>
        </p:spPr>
        <p:txBody>
          <a:bodyPr spcFirstLastPara="1" wrap="square" lIns="91425" tIns="93600" rIns="91425" bIns="45700" anchor="t" anchorCtr="0">
            <a:normAutofit/>
          </a:bodyPr>
          <a:lstStyle/>
          <a:p>
            <a:pPr marL="0" lvl="0" indent="0" algn="just" rtl="0">
              <a:lnSpc>
                <a:spcPct val="150000"/>
              </a:lnSpc>
              <a:spcBef>
                <a:spcPts val="0"/>
              </a:spcBef>
              <a:spcAft>
                <a:spcPts val="0"/>
              </a:spcAft>
              <a:buSzPts val="1600"/>
              <a:buNone/>
            </a:pPr>
            <a:r>
              <a:rPr lang="en-US">
                <a:latin typeface="Times New Roman"/>
                <a:ea typeface="Times New Roman"/>
                <a:cs typeface="Times New Roman"/>
                <a:sym typeface="Times New Roman"/>
              </a:rPr>
              <a:t>	A price comparison website helps users find the best deals by comparing product prices across multiple e-commerce sites like Flipkart, eBay, and Amazon. It shows prices, shipping costs, and taxes from different retailers, often highlighting discounts and special offers. Once the consumer selects the best deal, they are redirected to the retailer’s site to complete the purchase.</a:t>
            </a:r>
            <a:endParaRPr>
              <a:latin typeface="Times New Roman"/>
              <a:ea typeface="Times New Roman"/>
              <a:cs typeface="Times New Roman"/>
              <a:sym typeface="Times New Roman"/>
            </a:endParaRPr>
          </a:p>
          <a:p>
            <a:pPr marL="342900" lvl="0" indent="-241300" algn="l" rtl="0">
              <a:spcBef>
                <a:spcPts val="1200"/>
              </a:spcBef>
              <a:spcAft>
                <a:spcPts val="0"/>
              </a:spcAft>
              <a:buSzPts val="1600"/>
              <a:buNone/>
            </a:pP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5"/>
          <p:cNvSpPr txBox="1">
            <a:spLocks noGrp="1"/>
          </p:cNvSpPr>
          <p:nvPr>
            <p:ph type="title"/>
          </p:nvPr>
        </p:nvSpPr>
        <p:spPr>
          <a:xfrm>
            <a:off x="533400" y="110428"/>
            <a:ext cx="7620000" cy="857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2400"/>
              <a:buFont typeface="Times New Roman"/>
              <a:buNone/>
            </a:pPr>
            <a:r>
              <a:rPr lang="en-US" sz="2000">
                <a:latin typeface="Times New Roman"/>
                <a:ea typeface="Times New Roman"/>
                <a:cs typeface="Times New Roman"/>
                <a:sym typeface="Times New Roman"/>
              </a:rPr>
              <a:t>1.1 Purpose</a:t>
            </a:r>
            <a:endParaRPr sz="2800"/>
          </a:p>
        </p:txBody>
      </p:sp>
      <p:sp>
        <p:nvSpPr>
          <p:cNvPr id="161" name="Google Shape;161;p5"/>
          <p:cNvSpPr txBox="1">
            <a:spLocks noGrp="1"/>
          </p:cNvSpPr>
          <p:nvPr>
            <p:ph type="body" idx="1"/>
          </p:nvPr>
        </p:nvSpPr>
        <p:spPr>
          <a:xfrm>
            <a:off x="480060" y="1085850"/>
            <a:ext cx="8084820" cy="3200400"/>
          </a:xfrm>
          <a:prstGeom prst="rect">
            <a:avLst/>
          </a:prstGeom>
          <a:noFill/>
          <a:ln>
            <a:noFill/>
          </a:ln>
        </p:spPr>
        <p:txBody>
          <a:bodyPr spcFirstLastPara="1" wrap="square" lIns="91425" tIns="93600" rIns="91425" bIns="45700" anchor="t" anchorCtr="0">
            <a:noAutofit/>
          </a:bodyPr>
          <a:lstStyle/>
          <a:p>
            <a:pPr marL="0" lvl="0" indent="0" algn="just" rtl="0">
              <a:lnSpc>
                <a:spcPct val="150000"/>
              </a:lnSpc>
              <a:spcBef>
                <a:spcPts val="0"/>
              </a:spcBef>
              <a:spcAft>
                <a:spcPts val="0"/>
              </a:spcAft>
              <a:buSzPts val="1600"/>
              <a:buNone/>
            </a:pPr>
            <a:r>
              <a:rPr lang="en-US">
                <a:latin typeface="Times New Roman"/>
                <a:ea typeface="Times New Roman"/>
                <a:cs typeface="Times New Roman"/>
                <a:sym typeface="Times New Roman"/>
              </a:rPr>
              <a:t>	 The purpose of a price comparison website is to help consumers find the best possible price for a product by comparing prices across multiple online retailers. These websites not only compare prices but also highlight discounts, special offers, and shipping costs ensuring shoppers get the most value for their money. Ultimately, the goal is to save time and money for consumers by making it easier to find the best prices online.</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6"/>
          <p:cNvSpPr txBox="1">
            <a:spLocks noGrp="1"/>
          </p:cNvSpPr>
          <p:nvPr>
            <p:ph type="title"/>
          </p:nvPr>
        </p:nvSpPr>
        <p:spPr>
          <a:xfrm>
            <a:off x="622610" y="345223"/>
            <a:ext cx="7620000" cy="4381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2400"/>
              <a:buFont typeface="Times New Roman"/>
              <a:buNone/>
            </a:pPr>
            <a:r>
              <a:rPr lang="en-US" sz="2000">
                <a:latin typeface="Times New Roman"/>
                <a:ea typeface="Times New Roman"/>
                <a:cs typeface="Times New Roman"/>
                <a:sym typeface="Times New Roman"/>
              </a:rPr>
              <a:t>1.2 Scope</a:t>
            </a:r>
            <a:endParaRPr sz="2800"/>
          </a:p>
        </p:txBody>
      </p:sp>
      <p:sp>
        <p:nvSpPr>
          <p:cNvPr id="167" name="Google Shape;167;p6"/>
          <p:cNvSpPr txBox="1">
            <a:spLocks noGrp="1"/>
          </p:cNvSpPr>
          <p:nvPr>
            <p:ph type="body" idx="1"/>
          </p:nvPr>
        </p:nvSpPr>
        <p:spPr>
          <a:xfrm>
            <a:off x="487680" y="1058058"/>
            <a:ext cx="8153400" cy="4028291"/>
          </a:xfrm>
          <a:prstGeom prst="rect">
            <a:avLst/>
          </a:prstGeom>
          <a:noFill/>
          <a:ln>
            <a:noFill/>
          </a:ln>
        </p:spPr>
        <p:txBody>
          <a:bodyPr spcFirstLastPara="1" wrap="square" lIns="91425" tIns="93600" rIns="91425" bIns="45700" anchor="t" anchorCtr="0">
            <a:noAutofit/>
          </a:bodyPr>
          <a:lstStyle/>
          <a:p>
            <a:pPr marL="0" lvl="0" indent="0" algn="just" rtl="0">
              <a:lnSpc>
                <a:spcPct val="150000"/>
              </a:lnSpc>
              <a:spcBef>
                <a:spcPts val="0"/>
              </a:spcBef>
              <a:spcAft>
                <a:spcPts val="0"/>
              </a:spcAft>
              <a:buSzPts val="1600"/>
              <a:buNone/>
            </a:pPr>
            <a:r>
              <a:rPr lang="en-US">
                <a:latin typeface="Times New Roman"/>
                <a:ea typeface="Times New Roman"/>
                <a:cs typeface="Times New Roman"/>
                <a:sym typeface="Times New Roman"/>
              </a:rPr>
              <a:t>                   Price comparison websites help consumers find the best prices by showing prices from multiple online stores in one place. They make it easier to compare products like electronics, clothes, and home items, and often include user reviews or discounts. For stores, being listed on these sites helps attract more customers. In short, these websites make shopping easier, cheaper, and faster for everyone.</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EE992B-1CE1-FDF5-6831-CBE2EE060341}"/>
              </a:ext>
            </a:extLst>
          </p:cNvPr>
          <p:cNvSpPr txBox="1"/>
          <p:nvPr/>
        </p:nvSpPr>
        <p:spPr>
          <a:xfrm>
            <a:off x="1707537" y="231007"/>
            <a:ext cx="4475357" cy="461665"/>
          </a:xfrm>
          <a:prstGeom prst="rect">
            <a:avLst/>
          </a:prstGeom>
          <a:noFill/>
        </p:spPr>
        <p:txBody>
          <a:bodyPr wrap="square" rtlCol="0">
            <a:spAutoFit/>
          </a:bodyPr>
          <a:lstStyle/>
          <a:p>
            <a:pPr algn="ctr"/>
            <a:r>
              <a:rPr lang="en-US" sz="2400" b="1">
                <a:latin typeface="Times New Roman" panose="02020603050405020304" pitchFamily="18" charset="0"/>
                <a:cs typeface="Times New Roman" panose="02020603050405020304" pitchFamily="18" charset="0"/>
              </a:rPr>
              <a:t>2.LITERATURE SURVEY </a:t>
            </a:r>
            <a:endParaRPr lang="en-IN" sz="2400" b="1">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CF9A8316-F523-67C8-C04F-F876C5505E92}"/>
              </a:ext>
            </a:extLst>
          </p:cNvPr>
          <p:cNvSpPr>
            <a:spLocks noGrp="1"/>
          </p:cNvSpPr>
          <p:nvPr>
            <p:ph type="body" idx="1"/>
          </p:nvPr>
        </p:nvSpPr>
        <p:spPr>
          <a:xfrm>
            <a:off x="563880" y="821836"/>
            <a:ext cx="8107680" cy="3499827"/>
          </a:xfrm>
        </p:spPr>
        <p:txBody>
          <a:bodyPr>
            <a:noAutofit/>
          </a:bodyPr>
          <a:lstStyle/>
          <a:p>
            <a:pPr marL="114300" indent="0" algn="just">
              <a:lnSpc>
                <a:spcPct val="160000"/>
              </a:lnSpc>
              <a:buNone/>
            </a:pPr>
            <a:r>
              <a:rPr lang="en-US" b="1">
                <a:latin typeface="Times New Roman" panose="02020603050405020304" pitchFamily="18" charset="0"/>
                <a:ea typeface="Tahoma" panose="020B0604030504040204" pitchFamily="34" charset="0"/>
                <a:cs typeface="Times New Roman" panose="02020603050405020304" pitchFamily="18" charset="0"/>
              </a:rPr>
              <a:t>1. A Study on Price Comparison Websites</a:t>
            </a:r>
            <a:r>
              <a:rPr lang="en-US">
                <a:latin typeface="Times New Roman" panose="02020603050405020304" pitchFamily="18" charset="0"/>
                <a:ea typeface="Tahoma" panose="020B0604030504040204" pitchFamily="34" charset="0"/>
                <a:cs typeface="Times New Roman" panose="02020603050405020304" pitchFamily="18" charset="0"/>
              </a:rPr>
              <a:t>
Published in the Journal of E-Commerce Research (2020), this study explores the use of web scraping and API integration for collecting pricing data. The main limitation is that it depends on retailers providing open APIs, which restricts its scope.
</a:t>
            </a:r>
            <a:r>
              <a:rPr lang="en-US" b="1">
                <a:latin typeface="Times New Roman" panose="02020603050405020304" pitchFamily="18" charset="0"/>
                <a:ea typeface="Tahoma" panose="020B0604030504040204" pitchFamily="34" charset="0"/>
                <a:cs typeface="Times New Roman" panose="02020603050405020304" pitchFamily="18" charset="0"/>
              </a:rPr>
              <a:t>2. Web Scraping for Dynamic Price Comparison</a:t>
            </a:r>
            <a:r>
              <a:rPr lang="en-US">
                <a:latin typeface="Times New Roman" panose="02020603050405020304" pitchFamily="18" charset="0"/>
                <a:ea typeface="Tahoma" panose="020B0604030504040204" pitchFamily="34" charset="0"/>
                <a:cs typeface="Times New Roman" panose="02020603050405020304" pitchFamily="18" charset="0"/>
              </a:rPr>
              <a:t>
This paper, presented at the Proceedings of the Web Data Conference in 2021, utilizes Python libraries such as Beautiful Soup and Scrapy for dynamic price extraction. However, it is prone to website blocking, making it less reliable for long-term usage</a:t>
            </a:r>
          </a:p>
        </p:txBody>
      </p:sp>
    </p:spTree>
    <p:extLst>
      <p:ext uri="{BB962C8B-B14F-4D97-AF65-F5344CB8AC3E}">
        <p14:creationId xmlns:p14="http://schemas.microsoft.com/office/powerpoint/2010/main" val="3757256240"/>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C2FBE8-6221-F38C-DA6E-06F350C6DFE6}"/>
              </a:ext>
            </a:extLst>
          </p:cNvPr>
          <p:cNvSpPr>
            <a:spLocks noGrp="1"/>
          </p:cNvSpPr>
          <p:nvPr>
            <p:ph type="body" idx="1"/>
          </p:nvPr>
        </p:nvSpPr>
        <p:spPr>
          <a:xfrm>
            <a:off x="381000" y="410309"/>
            <a:ext cx="8343900" cy="4733191"/>
          </a:xfrm>
        </p:spPr>
        <p:txBody>
          <a:bodyPr>
            <a:normAutofit/>
          </a:bodyPr>
          <a:lstStyle/>
          <a:p>
            <a:pPr marL="114300" indent="0" algn="just">
              <a:lnSpc>
                <a:spcPct val="150000"/>
              </a:lnSpc>
              <a:buNone/>
            </a:pPr>
            <a:r>
              <a:rPr lang="en-US" b="1">
                <a:latin typeface="Times New Roman" panose="02020603050405020304" pitchFamily="18" charset="0"/>
                <a:cs typeface="Times New Roman" panose="02020603050405020304" pitchFamily="18" charset="0"/>
              </a:rPr>
              <a:t>3. Blockchain in Price Comparison Platforms</a:t>
            </a:r>
            <a:r>
              <a:rPr lang="en-US">
                <a:latin typeface="Times New Roman" panose="02020603050405020304" pitchFamily="18" charset="0"/>
                <a:cs typeface="Times New Roman" panose="02020603050405020304" pitchFamily="18" charset="0"/>
              </a:rPr>
              <a:t>
Published in the Blockchain Technology Journal (2022), this paper introduces a decentralized approach using smart contracts and blockchain for secure and transparent price comparisons. Its major drawback is the high cost of implementation.
</a:t>
            </a:r>
            <a:r>
              <a:rPr lang="en-US" b="1">
                <a:latin typeface="Times New Roman" panose="02020603050405020304" pitchFamily="18" charset="0"/>
                <a:cs typeface="Times New Roman" panose="02020603050405020304" pitchFamily="18" charset="0"/>
              </a:rPr>
              <a:t>4. AI-based Price Prediction Models</a:t>
            </a:r>
            <a:r>
              <a:rPr lang="en-US">
                <a:latin typeface="Times New Roman" panose="02020603050405020304" pitchFamily="18" charset="0"/>
                <a:cs typeface="Times New Roman" panose="02020603050405020304" pitchFamily="18" charset="0"/>
              </a:rPr>
              <a:t>
Appearing in the International Journal of Consumer Behavior (2023), this paper leverages deep learning and regression analysis to predict price trends. While powerful, this method requires large datasets, which can be a challenge to obtain and manage.</a:t>
            </a:r>
          </a:p>
        </p:txBody>
      </p:sp>
    </p:spTree>
    <p:extLst>
      <p:ext uri="{BB962C8B-B14F-4D97-AF65-F5344CB8AC3E}">
        <p14:creationId xmlns:p14="http://schemas.microsoft.com/office/powerpoint/2010/main" val="2410521467"/>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F601B4-7D35-A46F-E6D5-3C09138584EC}"/>
              </a:ext>
            </a:extLst>
          </p:cNvPr>
          <p:cNvSpPr>
            <a:spLocks noGrp="1"/>
          </p:cNvSpPr>
          <p:nvPr>
            <p:ph type="body" idx="1"/>
          </p:nvPr>
        </p:nvSpPr>
        <p:spPr>
          <a:xfrm>
            <a:off x="487680" y="412230"/>
            <a:ext cx="8252460" cy="4064520"/>
          </a:xfrm>
        </p:spPr>
        <p:txBody>
          <a:bodyPr/>
          <a:lstStyle/>
          <a:p>
            <a:pPr marL="114300" indent="0" algn="just">
              <a:lnSpc>
                <a:spcPct val="150000"/>
              </a:lnSpc>
              <a:buNone/>
            </a:pPr>
            <a:r>
              <a:rPr lang="en-US" b="1">
                <a:latin typeface="Times New Roman" panose="02020603050405020304" pitchFamily="18" charset="0"/>
                <a:cs typeface="Times New Roman" panose="02020603050405020304" pitchFamily="18" charset="0"/>
              </a:rPr>
              <a:t>5. Real-Time Price Monitoring in E-Commerce</a:t>
            </a:r>
          </a:p>
          <a:p>
            <a:pPr marL="114300" indent="0" algn="just">
              <a:lnSpc>
                <a:spcPct val="150000"/>
              </a:lnSpc>
              <a:buNone/>
            </a:pPr>
            <a:r>
              <a:rPr lang="en-US">
                <a:latin typeface="Times New Roman" panose="02020603050405020304" pitchFamily="18" charset="0"/>
                <a:cs typeface="Times New Roman" panose="02020603050405020304" pitchFamily="18" charset="0"/>
              </a:rPr>
              <a:t>Published in IEEE Access (2019), this study focuses on real-time price tracking using web scraping and API integration. Its effectiveness is hindered by potential website blocking and limitations posed by APIs.</a:t>
            </a:r>
          </a:p>
          <a:p>
            <a:pPr algn="just">
              <a:lnSpc>
                <a:spcPct val="150000"/>
              </a:lnSpc>
            </a:pP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6829046"/>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8"/>
          <p:cNvSpPr txBox="1">
            <a:spLocks noGrp="1"/>
          </p:cNvSpPr>
          <p:nvPr>
            <p:ph type="title"/>
          </p:nvPr>
        </p:nvSpPr>
        <p:spPr>
          <a:xfrm>
            <a:off x="575416" y="189252"/>
            <a:ext cx="7620000" cy="676867"/>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2400">
                <a:latin typeface="Times New Roman"/>
                <a:ea typeface="Times New Roman"/>
                <a:cs typeface="Times New Roman"/>
                <a:sym typeface="Times New Roman"/>
              </a:rPr>
              <a:t>3.SYSTEM ANALYSIS</a:t>
            </a:r>
            <a:endParaRPr sz="2400"/>
          </a:p>
        </p:txBody>
      </p:sp>
      <p:sp>
        <p:nvSpPr>
          <p:cNvPr id="179" name="Google Shape;179;p8"/>
          <p:cNvSpPr txBox="1">
            <a:spLocks noGrp="1"/>
          </p:cNvSpPr>
          <p:nvPr>
            <p:ph type="body" idx="1"/>
          </p:nvPr>
        </p:nvSpPr>
        <p:spPr>
          <a:xfrm>
            <a:off x="449581" y="1092820"/>
            <a:ext cx="8237220" cy="3620430"/>
          </a:xfrm>
          <a:prstGeom prst="rect">
            <a:avLst/>
          </a:prstGeom>
          <a:noFill/>
          <a:ln>
            <a:noFill/>
          </a:ln>
        </p:spPr>
        <p:txBody>
          <a:bodyPr spcFirstLastPara="1" wrap="square" lIns="91425" tIns="93600" rIns="91425" bIns="45700" anchor="t" anchorCtr="0">
            <a:normAutofit/>
          </a:bodyPr>
          <a:lstStyle/>
          <a:p>
            <a:pPr marL="0" lvl="0" indent="0" algn="just" rtl="0">
              <a:lnSpc>
                <a:spcPct val="150000"/>
              </a:lnSpc>
              <a:spcBef>
                <a:spcPts val="0"/>
              </a:spcBef>
              <a:spcAft>
                <a:spcPts val="0"/>
              </a:spcAft>
              <a:buSzPct val="100000"/>
              <a:buNone/>
            </a:pPr>
            <a:r>
              <a:rPr lang="en-US" sz="2000" b="1">
                <a:latin typeface="Times New Roman"/>
                <a:ea typeface="Times New Roman"/>
                <a:cs typeface="Times New Roman"/>
                <a:sym typeface="Times New Roman"/>
              </a:rPr>
              <a:t>3.1 Existing system:</a:t>
            </a:r>
            <a:endParaRPr sz="2000"/>
          </a:p>
          <a:p>
            <a:pPr marL="0" lvl="0" indent="0" algn="just" rtl="0">
              <a:lnSpc>
                <a:spcPct val="150000"/>
              </a:lnSpc>
              <a:spcBef>
                <a:spcPts val="1200"/>
              </a:spcBef>
              <a:spcAft>
                <a:spcPts val="0"/>
              </a:spcAft>
              <a:buSzPct val="100000"/>
              <a:buNone/>
            </a:pPr>
            <a:r>
              <a:rPr lang="en-US">
                <a:latin typeface="Times New Roman"/>
                <a:ea typeface="Times New Roman"/>
                <a:cs typeface="Times New Roman"/>
                <a:sym typeface="Times New Roman"/>
              </a:rPr>
              <a:t>	The existing system of price comparison websites involves users searching for products they want to buy and then viewing prices from multiple online retailers. These websites gather information from various e-commerce platforms like Amazon, Flipkart, eBay, and others, showing the product's price, shipping fees, and sometimes available discounts. While these websites can be incredibly helpful, there are some disadvantages.</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9"/>
          <p:cNvSpPr txBox="1">
            <a:spLocks noGrp="1"/>
          </p:cNvSpPr>
          <p:nvPr>
            <p:ph type="body" idx="1"/>
          </p:nvPr>
        </p:nvSpPr>
        <p:spPr>
          <a:xfrm>
            <a:off x="388620" y="252126"/>
            <a:ext cx="8298180" cy="4681824"/>
          </a:xfrm>
          <a:prstGeom prst="rect">
            <a:avLst/>
          </a:prstGeom>
          <a:noFill/>
          <a:ln>
            <a:noFill/>
          </a:ln>
        </p:spPr>
        <p:txBody>
          <a:bodyPr spcFirstLastPara="1" wrap="square" lIns="91425" tIns="93600" rIns="91425" bIns="45700" anchor="t" anchorCtr="0">
            <a:normAutofit/>
          </a:bodyPr>
          <a:lstStyle/>
          <a:p>
            <a:pPr marL="0" lvl="0" indent="0" algn="just" rtl="0">
              <a:lnSpc>
                <a:spcPct val="150000"/>
              </a:lnSpc>
              <a:spcBef>
                <a:spcPts val="0"/>
              </a:spcBef>
              <a:spcAft>
                <a:spcPts val="0"/>
              </a:spcAft>
              <a:buSzPts val="2400"/>
              <a:buNone/>
            </a:pPr>
            <a:r>
              <a:rPr lang="en-US" sz="2000" b="1">
                <a:latin typeface="Times New Roman"/>
                <a:ea typeface="Times New Roman"/>
                <a:cs typeface="Times New Roman"/>
                <a:sym typeface="Times New Roman"/>
              </a:rPr>
              <a:t>Disadvantages:</a:t>
            </a:r>
            <a:endParaRPr sz="2000"/>
          </a:p>
          <a:p>
            <a:pPr marL="0" lvl="0" indent="0" algn="just" rtl="0">
              <a:lnSpc>
                <a:spcPct val="150000"/>
              </a:lnSpc>
              <a:spcBef>
                <a:spcPts val="1200"/>
              </a:spcBef>
              <a:spcAft>
                <a:spcPts val="0"/>
              </a:spcAft>
              <a:buSzPts val="1600"/>
              <a:buNone/>
            </a:pPr>
            <a:r>
              <a:rPr lang="en-US" b="1">
                <a:latin typeface="Times New Roman"/>
                <a:ea typeface="Times New Roman"/>
                <a:cs typeface="Times New Roman"/>
                <a:sym typeface="Times New Roman"/>
              </a:rPr>
              <a:t>1.Data Accuracy and Integration:</a:t>
            </a:r>
            <a:r>
              <a:rPr lang="en-US">
                <a:latin typeface="Times New Roman"/>
                <a:ea typeface="Times New Roman"/>
                <a:cs typeface="Times New Roman"/>
                <a:sym typeface="Times New Roman"/>
              </a:rPr>
              <a:t> Ensuring the accuracy of prices and product availability across various online retailers was one of the challenges encountered. Maintaining real-time synchronization of data is complex and requires constant updates to the web scraping processes.</a:t>
            </a:r>
            <a:endParaRPr/>
          </a:p>
          <a:p>
            <a:pPr marL="0" lvl="0" indent="0" algn="just" rtl="0">
              <a:lnSpc>
                <a:spcPct val="150000"/>
              </a:lnSpc>
              <a:spcBef>
                <a:spcPts val="1200"/>
              </a:spcBef>
              <a:spcAft>
                <a:spcPts val="0"/>
              </a:spcAft>
              <a:buSzPts val="1600"/>
              <a:buNone/>
            </a:pPr>
            <a:r>
              <a:rPr lang="en-US" b="1">
                <a:latin typeface="Times New Roman"/>
                <a:ea typeface="Times New Roman"/>
                <a:cs typeface="Times New Roman"/>
                <a:sym typeface="Times New Roman"/>
              </a:rPr>
              <a:t>2.Legal and Ethical Concerns:</a:t>
            </a:r>
            <a:r>
              <a:rPr lang="en-US">
                <a:latin typeface="Times New Roman"/>
                <a:ea typeface="Times New Roman"/>
                <a:cs typeface="Times New Roman"/>
                <a:sym typeface="Times New Roman"/>
              </a:rPr>
              <a:t> Ensuring compliance with data collection practices and respecting privacy regulations required careful consideration. Partnerships with retailers had to be established to avoid scraping without permission.</a:t>
            </a:r>
            <a:endParaRPr/>
          </a:p>
          <a:p>
            <a:pPr marL="0" lvl="0" indent="0" algn="just" rtl="0">
              <a:lnSpc>
                <a:spcPct val="150000"/>
              </a:lnSpc>
              <a:spcBef>
                <a:spcPts val="1200"/>
              </a:spcBef>
              <a:spcAft>
                <a:spcPts val="0"/>
              </a:spcAft>
              <a:buSzPts val="1600"/>
              <a:buNone/>
            </a:pPr>
            <a:r>
              <a:rPr lang="en-US" b="1">
                <a:latin typeface="Times New Roman"/>
                <a:ea typeface="Times New Roman"/>
                <a:cs typeface="Times New Roman"/>
                <a:sym typeface="Times New Roman"/>
              </a:rPr>
              <a:t>3.Scalability Issues:</a:t>
            </a:r>
            <a:r>
              <a:rPr lang="en-US">
                <a:latin typeface="Times New Roman"/>
                <a:ea typeface="Times New Roman"/>
                <a:cs typeface="Times New Roman"/>
                <a:sym typeface="Times New Roman"/>
              </a:rPr>
              <a:t> Handling high volumes of traffic, especially during peak shopping seasons, posed challenges in terms of performance and system scaling</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0"/>
          <p:cNvSpPr txBox="1">
            <a:spLocks noGrp="1"/>
          </p:cNvSpPr>
          <p:nvPr>
            <p:ph type="title"/>
          </p:nvPr>
        </p:nvSpPr>
        <p:spPr>
          <a:xfrm>
            <a:off x="373380" y="-79580"/>
            <a:ext cx="7932420" cy="106485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2400"/>
              <a:buFont typeface="Times New Roman"/>
              <a:buNone/>
            </a:pPr>
            <a:r>
              <a:rPr lang="en-US" sz="2000">
                <a:latin typeface="Times New Roman"/>
                <a:ea typeface="Times New Roman"/>
                <a:cs typeface="Times New Roman"/>
                <a:sym typeface="Times New Roman"/>
              </a:rPr>
              <a:t>3.2 Problem statement</a:t>
            </a:r>
            <a:endParaRPr sz="2000"/>
          </a:p>
        </p:txBody>
      </p:sp>
      <p:sp>
        <p:nvSpPr>
          <p:cNvPr id="190" name="Google Shape;190;p10"/>
          <p:cNvSpPr txBox="1">
            <a:spLocks noGrp="1"/>
          </p:cNvSpPr>
          <p:nvPr>
            <p:ph type="body" idx="1"/>
          </p:nvPr>
        </p:nvSpPr>
        <p:spPr>
          <a:xfrm>
            <a:off x="297180" y="1047750"/>
            <a:ext cx="8290560" cy="3110474"/>
          </a:xfrm>
          <a:prstGeom prst="rect">
            <a:avLst/>
          </a:prstGeom>
          <a:noFill/>
          <a:ln>
            <a:noFill/>
          </a:ln>
        </p:spPr>
        <p:txBody>
          <a:bodyPr spcFirstLastPara="1" wrap="square" lIns="91425" tIns="93600" rIns="91425" bIns="45700" anchor="t" anchorCtr="0">
            <a:noAutofit/>
          </a:bodyPr>
          <a:lstStyle/>
          <a:p>
            <a:pPr marL="0" lvl="0" indent="457200" algn="just" rtl="0">
              <a:lnSpc>
                <a:spcPct val="150000"/>
              </a:lnSpc>
              <a:spcBef>
                <a:spcPts val="0"/>
              </a:spcBef>
              <a:spcAft>
                <a:spcPts val="0"/>
              </a:spcAft>
              <a:buSzPts val="1600"/>
              <a:buNone/>
            </a:pPr>
            <a:r>
              <a:rPr lang="en-US">
                <a:latin typeface="Times New Roman"/>
                <a:ea typeface="Times New Roman"/>
                <a:cs typeface="Times New Roman"/>
                <a:sym typeface="Times New Roman"/>
              </a:rPr>
              <a:t>Current price comparison websites often provide incomplete or outdated information, focusing only on price and missing factors like shipping costs, delivery times, return policies, or customer service quality. Not all retailers are listed, and irrelevant ads or affiliate links can clutter the site, confusing shoppers. Additionally, lack of real-time updates can cause discrepancies, making the shopping experience less reliable.</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1"/>
          <p:cNvSpPr txBox="1">
            <a:spLocks noGrp="1"/>
          </p:cNvSpPr>
          <p:nvPr>
            <p:ph type="title"/>
          </p:nvPr>
        </p:nvSpPr>
        <p:spPr>
          <a:xfrm>
            <a:off x="624840" y="349045"/>
            <a:ext cx="8136674" cy="58765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2400"/>
              <a:buFont typeface="Times New Roman"/>
              <a:buNone/>
            </a:pPr>
            <a:r>
              <a:rPr lang="en-US" sz="2000">
                <a:latin typeface="Times New Roman"/>
                <a:ea typeface="Times New Roman"/>
                <a:cs typeface="Times New Roman"/>
                <a:sym typeface="Times New Roman"/>
              </a:rPr>
              <a:t>3.3 Proposed System</a:t>
            </a:r>
            <a:endParaRPr sz="2800"/>
          </a:p>
        </p:txBody>
      </p:sp>
      <p:sp>
        <p:nvSpPr>
          <p:cNvPr id="196" name="Google Shape;196;p11"/>
          <p:cNvSpPr txBox="1">
            <a:spLocks noGrp="1"/>
          </p:cNvSpPr>
          <p:nvPr>
            <p:ph type="body" idx="1"/>
          </p:nvPr>
        </p:nvSpPr>
        <p:spPr>
          <a:xfrm>
            <a:off x="441960" y="1070517"/>
            <a:ext cx="8397240" cy="3939633"/>
          </a:xfrm>
          <a:prstGeom prst="rect">
            <a:avLst/>
          </a:prstGeom>
          <a:noFill/>
          <a:ln>
            <a:noFill/>
          </a:ln>
        </p:spPr>
        <p:txBody>
          <a:bodyPr spcFirstLastPara="1" wrap="square" lIns="91425" tIns="93600" rIns="91425" bIns="45700" anchor="t" anchorCtr="0">
            <a:normAutofit/>
          </a:bodyPr>
          <a:lstStyle/>
          <a:p>
            <a:pPr marL="0" lvl="0" indent="457200" algn="just" rtl="0">
              <a:lnSpc>
                <a:spcPct val="150000"/>
              </a:lnSpc>
              <a:spcBef>
                <a:spcPts val="0"/>
              </a:spcBef>
              <a:spcAft>
                <a:spcPts val="0"/>
              </a:spcAft>
              <a:buSzPts val="1800"/>
              <a:buNone/>
            </a:pPr>
            <a:r>
              <a:rPr lang="en-US">
                <a:latin typeface="Times New Roman"/>
                <a:ea typeface="Times New Roman"/>
                <a:cs typeface="Times New Roman"/>
                <a:sym typeface="Times New Roman"/>
              </a:rPr>
              <a:t>The proposed system for a price comparison website aims to address the shortcomings of existing platforms by providing a more comprehensive, up-to-date, and user-friendly shopping experience. In this new system, the website will ensure real-time price updates, displaying accurate product prices, shipping costs, and availability. Additionally, it will offer detailed information about factors such as delivery times, return policies, and customer service ratings, enabling users to make more informed decisions beyond just price.</a:t>
            </a:r>
            <a:endParaRPr sz="14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2"/>
          <p:cNvSpPr txBox="1">
            <a:spLocks noGrp="1"/>
          </p:cNvSpPr>
          <p:nvPr>
            <p:ph type="body" idx="1"/>
          </p:nvPr>
        </p:nvSpPr>
        <p:spPr>
          <a:xfrm>
            <a:off x="441960" y="330829"/>
            <a:ext cx="8291310" cy="4634726"/>
          </a:xfrm>
          <a:prstGeom prst="rect">
            <a:avLst/>
          </a:prstGeom>
          <a:noFill/>
          <a:ln>
            <a:noFill/>
          </a:ln>
        </p:spPr>
        <p:txBody>
          <a:bodyPr spcFirstLastPara="1" wrap="square" lIns="91425" tIns="93600" rIns="91425" bIns="45700" anchor="t" anchorCtr="0">
            <a:normAutofit/>
          </a:bodyPr>
          <a:lstStyle/>
          <a:p>
            <a:pPr marL="0" lvl="0" indent="0" algn="just" rtl="0">
              <a:lnSpc>
                <a:spcPct val="150000"/>
              </a:lnSpc>
              <a:spcBef>
                <a:spcPts val="0"/>
              </a:spcBef>
              <a:spcAft>
                <a:spcPts val="0"/>
              </a:spcAft>
              <a:buSzPts val="2400"/>
              <a:buNone/>
            </a:pPr>
            <a:r>
              <a:rPr lang="en-US" sz="2000" b="1">
                <a:latin typeface="Times New Roman"/>
                <a:ea typeface="Times New Roman"/>
                <a:cs typeface="Times New Roman"/>
                <a:sym typeface="Times New Roman"/>
              </a:rPr>
              <a:t>Advantages:</a:t>
            </a:r>
            <a:endParaRPr sz="2000"/>
          </a:p>
          <a:p>
            <a:pPr marL="0" lvl="0" indent="0" algn="just" rtl="0">
              <a:lnSpc>
                <a:spcPct val="150000"/>
              </a:lnSpc>
              <a:spcBef>
                <a:spcPts val="1200"/>
              </a:spcBef>
              <a:spcAft>
                <a:spcPts val="0"/>
              </a:spcAft>
              <a:buSzPts val="1700"/>
              <a:buNone/>
            </a:pPr>
            <a:r>
              <a:rPr lang="en-US" b="1">
                <a:latin typeface="Times New Roman"/>
                <a:ea typeface="Times New Roman"/>
                <a:cs typeface="Times New Roman"/>
                <a:sym typeface="Times New Roman"/>
              </a:rPr>
              <a:t>1.Accurate, Real-Time Data</a:t>
            </a:r>
            <a:r>
              <a:rPr lang="en-US">
                <a:latin typeface="Times New Roman"/>
                <a:ea typeface="Times New Roman"/>
                <a:cs typeface="Times New Roman"/>
                <a:sym typeface="Times New Roman"/>
              </a:rPr>
              <a:t>: The system will provide up-to-date product prices, availability, and shipping information, reducing the risk of outdated or incorrect details.</a:t>
            </a:r>
            <a:endParaRPr/>
          </a:p>
          <a:p>
            <a:pPr marL="0" lvl="0" indent="0" algn="just" rtl="0">
              <a:lnSpc>
                <a:spcPct val="150000"/>
              </a:lnSpc>
              <a:spcBef>
                <a:spcPts val="1200"/>
              </a:spcBef>
              <a:spcAft>
                <a:spcPts val="0"/>
              </a:spcAft>
              <a:buSzPts val="1700"/>
              <a:buNone/>
            </a:pPr>
            <a:r>
              <a:rPr lang="en-US" b="1">
                <a:latin typeface="Times New Roman"/>
                <a:ea typeface="Times New Roman"/>
                <a:cs typeface="Times New Roman"/>
                <a:sym typeface="Times New Roman"/>
              </a:rPr>
              <a:t>2.Comprehensive Comparison</a:t>
            </a:r>
            <a:r>
              <a:rPr lang="en-US">
                <a:latin typeface="Times New Roman"/>
                <a:ea typeface="Times New Roman"/>
                <a:cs typeface="Times New Roman"/>
                <a:sym typeface="Times New Roman"/>
              </a:rPr>
              <a:t>: Users will be able to compare products not just by price, but also by factors such as delivery time, return policy, customer reviews, and product features.</a:t>
            </a:r>
            <a:endParaRPr/>
          </a:p>
          <a:p>
            <a:pPr marL="0" lvl="0" indent="0" algn="just" rtl="0">
              <a:lnSpc>
                <a:spcPct val="150000"/>
              </a:lnSpc>
              <a:spcBef>
                <a:spcPts val="1200"/>
              </a:spcBef>
              <a:spcAft>
                <a:spcPts val="0"/>
              </a:spcAft>
              <a:buSzPts val="1700"/>
              <a:buNone/>
            </a:pPr>
            <a:r>
              <a:rPr lang="en-US" b="1">
                <a:latin typeface="Times New Roman"/>
                <a:ea typeface="Times New Roman"/>
                <a:cs typeface="Times New Roman"/>
                <a:sym typeface="Times New Roman"/>
              </a:rPr>
              <a:t>3.Improved User Experience</a:t>
            </a:r>
            <a:r>
              <a:rPr lang="en-US">
                <a:latin typeface="Times New Roman"/>
                <a:ea typeface="Times New Roman"/>
                <a:cs typeface="Times New Roman"/>
                <a:sym typeface="Times New Roman"/>
              </a:rPr>
              <a:t>: A clean and intuitive design will reduce clutter, making it easier for users to find the information they need without distractions from ads or irrelevant links.</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3"/>
          <p:cNvSpPr txBox="1">
            <a:spLocks noGrp="1"/>
          </p:cNvSpPr>
          <p:nvPr>
            <p:ph type="body" idx="1"/>
          </p:nvPr>
        </p:nvSpPr>
        <p:spPr>
          <a:xfrm>
            <a:off x="365760" y="505522"/>
            <a:ext cx="8272718" cy="4352228"/>
          </a:xfrm>
          <a:prstGeom prst="rect">
            <a:avLst/>
          </a:prstGeom>
          <a:noFill/>
          <a:ln>
            <a:noFill/>
          </a:ln>
        </p:spPr>
        <p:txBody>
          <a:bodyPr spcFirstLastPara="1" wrap="square" lIns="91425" tIns="93600" rIns="91425" bIns="45700" anchor="t" anchorCtr="0">
            <a:normAutofit/>
          </a:bodyPr>
          <a:lstStyle/>
          <a:p>
            <a:pPr marL="0" lvl="0" indent="0" algn="just" rtl="0">
              <a:lnSpc>
                <a:spcPct val="150000"/>
              </a:lnSpc>
              <a:spcBef>
                <a:spcPts val="0"/>
              </a:spcBef>
              <a:spcAft>
                <a:spcPts val="0"/>
              </a:spcAft>
              <a:buSzPts val="1600"/>
              <a:buNone/>
            </a:pPr>
            <a:r>
              <a:rPr lang="en-US" b="1">
                <a:latin typeface="Times New Roman"/>
                <a:ea typeface="Times New Roman"/>
                <a:cs typeface="Times New Roman"/>
                <a:sym typeface="Times New Roman"/>
              </a:rPr>
              <a:t>4.Broader Retailer Coverage</a:t>
            </a:r>
            <a:r>
              <a:rPr lang="en-US">
                <a:latin typeface="Times New Roman"/>
                <a:ea typeface="Times New Roman"/>
                <a:cs typeface="Times New Roman"/>
                <a:sym typeface="Times New Roman"/>
              </a:rPr>
              <a:t>: The system will include products from a wider range of retailers, ensuring more deals are available and no product is left out of comparison.</a:t>
            </a:r>
            <a:endParaRPr/>
          </a:p>
          <a:p>
            <a:pPr marL="0" lvl="0" indent="0" algn="just" rtl="0">
              <a:lnSpc>
                <a:spcPct val="150000"/>
              </a:lnSpc>
              <a:spcBef>
                <a:spcPts val="1200"/>
              </a:spcBef>
              <a:spcAft>
                <a:spcPts val="0"/>
              </a:spcAft>
              <a:buSzPts val="1600"/>
              <a:buNone/>
            </a:pPr>
            <a:r>
              <a:rPr lang="en-US" b="1">
                <a:latin typeface="Times New Roman"/>
                <a:ea typeface="Times New Roman"/>
                <a:cs typeface="Times New Roman"/>
                <a:sym typeface="Times New Roman"/>
              </a:rPr>
              <a:t>5.Better Informed Decisions</a:t>
            </a:r>
            <a:r>
              <a:rPr lang="en-US">
                <a:latin typeface="Times New Roman"/>
                <a:ea typeface="Times New Roman"/>
                <a:cs typeface="Times New Roman"/>
                <a:sym typeface="Times New Roman"/>
              </a:rPr>
              <a:t>: By considering factors beyond price, consumers can make more informed decisions, leading to greater satisfaction and fewer post-purchase issues.</a:t>
            </a:r>
            <a:endParaRPr/>
          </a:p>
          <a:p>
            <a:pPr marL="342900" lvl="0" indent="-342900" algn="just" rtl="0">
              <a:lnSpc>
                <a:spcPct val="150000"/>
              </a:lnSpc>
              <a:spcBef>
                <a:spcPts val="1200"/>
              </a:spcBef>
              <a:spcAft>
                <a:spcPts val="0"/>
              </a:spcAft>
              <a:buSzPts val="1600"/>
              <a:buChar char="•"/>
            </a:pPr>
            <a:r>
              <a:rPr lang="en-US">
                <a:latin typeface="Times New Roman"/>
                <a:ea typeface="Times New Roman"/>
                <a:cs typeface="Times New Roman"/>
                <a:sym typeface="Times New Roman"/>
              </a:rPr>
              <a:t>Overall, the proposed system aims to offer a more reliable, efficient, and user-friendly experience for online shoppers, helping them find the best deals while also taking other important factors into account.</a:t>
            </a:r>
            <a:endParaRPr/>
          </a:p>
        </p:txBody>
      </p:sp>
      <p:sp>
        <p:nvSpPr>
          <p:cNvPr id="207" name="Google Shape;207;p13"/>
          <p:cNvSpPr txBox="1"/>
          <p:nvPr/>
        </p:nvSpPr>
        <p:spPr>
          <a:xfrm>
            <a:off x="3017219" y="1488906"/>
            <a:ext cx="1905000" cy="308552"/>
          </a:xfrm>
          <a:prstGeom prst="rect">
            <a:avLst/>
          </a:prstGeom>
          <a:noFill/>
          <a:ln>
            <a:noFill/>
          </a:ln>
        </p:spPr>
        <p:txBody>
          <a:bodyPr spcFirstLastPara="1" wrap="square" lIns="95250" tIns="47625" rIns="95250" bIns="47625" anchor="t" anchorCtr="0">
            <a:spAutoFit/>
          </a:bodyPr>
          <a:lstStyle/>
          <a:p>
            <a:pPr marL="0" marR="0" lvl="0" indent="0" algn="l" rtl="0">
              <a:spcBef>
                <a:spcPts val="0"/>
              </a:spcBef>
              <a:spcAft>
                <a:spcPts val="0"/>
              </a:spcAft>
              <a:buNone/>
            </a:pPr>
            <a:endParaRPr sz="1800" b="0" i="0" u="none" strike="noStrike" cap="none">
              <a:solidFill>
                <a:schemeClr val="dk1"/>
              </a:solidFill>
              <a:latin typeface="Open Sans"/>
              <a:ea typeface="Open Sans"/>
              <a:cs typeface="Open Sans"/>
              <a:sym typeface="Open Sans"/>
            </a:endParaRPr>
          </a:p>
        </p:txBody>
      </p:sp>
      <p:sp>
        <p:nvSpPr>
          <p:cNvPr id="208" name="Google Shape;208;p13"/>
          <p:cNvSpPr txBox="1"/>
          <p:nvPr/>
        </p:nvSpPr>
        <p:spPr>
          <a:xfrm>
            <a:off x="2515318" y="1457537"/>
            <a:ext cx="1905000" cy="308552"/>
          </a:xfrm>
          <a:prstGeom prst="rect">
            <a:avLst/>
          </a:prstGeom>
          <a:noFill/>
          <a:ln>
            <a:noFill/>
          </a:ln>
        </p:spPr>
        <p:txBody>
          <a:bodyPr spcFirstLastPara="1" wrap="square" lIns="95250" tIns="47625" rIns="95250" bIns="47625" anchor="t" anchorCtr="0">
            <a:spAutoFit/>
          </a:bodyPr>
          <a:lstStyle/>
          <a:p>
            <a:pPr marL="0" marR="0" lvl="0" indent="0" algn="l" rtl="0">
              <a:spcBef>
                <a:spcPts val="0"/>
              </a:spcBef>
              <a:spcAft>
                <a:spcPts val="0"/>
              </a:spcAft>
              <a:buNone/>
            </a:pPr>
            <a:endParaRPr sz="1800" b="0" i="0" u="none" strike="noStrike" cap="none">
              <a:solidFill>
                <a:schemeClr val="dk1"/>
              </a:solidFill>
              <a:latin typeface="Open Sans"/>
              <a:ea typeface="Open Sans"/>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5"/>
          <p:cNvSpPr txBox="1">
            <a:spLocks noGrp="1"/>
          </p:cNvSpPr>
          <p:nvPr>
            <p:ph type="body" idx="3"/>
          </p:nvPr>
        </p:nvSpPr>
        <p:spPr>
          <a:xfrm>
            <a:off x="408878" y="1256371"/>
            <a:ext cx="3523785" cy="3254131"/>
          </a:xfrm>
          <a:prstGeom prst="rect">
            <a:avLst/>
          </a:prstGeom>
          <a:noFill/>
          <a:ln>
            <a:noFill/>
          </a:ln>
        </p:spPr>
        <p:txBody>
          <a:bodyPr spcFirstLastPara="1" wrap="square" lIns="91425" tIns="93600" rIns="91425" bIns="45700" anchor="t" anchorCtr="0">
            <a:noAutofit/>
          </a:bodyPr>
          <a:lstStyle/>
          <a:p>
            <a:pPr marL="0" lvl="0" indent="0" algn="l" rtl="0">
              <a:spcBef>
                <a:spcPts val="0"/>
              </a:spcBef>
              <a:spcAft>
                <a:spcPts val="0"/>
              </a:spcAft>
              <a:buSzPts val="1600"/>
              <a:buNone/>
            </a:pPr>
            <a:r>
              <a:rPr lang="en-US" sz="2000" dirty="0">
                <a:latin typeface="Times New Roman"/>
                <a:ea typeface="Times New Roman"/>
                <a:cs typeface="Times New Roman"/>
                <a:sym typeface="Times New Roman"/>
              </a:rPr>
              <a:t> </a:t>
            </a:r>
            <a:r>
              <a:rPr lang="en-US" sz="2000" b="1" dirty="0">
                <a:latin typeface="Times New Roman"/>
                <a:ea typeface="Times New Roman"/>
                <a:cs typeface="Times New Roman"/>
                <a:sym typeface="Times New Roman"/>
              </a:rPr>
              <a:t>4.1 Functional Requirements</a:t>
            </a:r>
            <a:endParaRPr sz="2000" dirty="0"/>
          </a:p>
          <a:p>
            <a:pPr marL="0" lvl="0" indent="0" algn="l" rtl="0">
              <a:spcBef>
                <a:spcPts val="1200"/>
              </a:spcBef>
              <a:spcAft>
                <a:spcPts val="0"/>
              </a:spcAft>
              <a:buSzPts val="1600"/>
              <a:buNone/>
            </a:pPr>
            <a:r>
              <a:rPr lang="en-US" dirty="0">
                <a:latin typeface="Times New Roman"/>
                <a:ea typeface="Times New Roman"/>
                <a:cs typeface="Times New Roman"/>
                <a:sym typeface="Times New Roman"/>
              </a:rPr>
              <a:t> 1.User Registration &amp;    Authentication </a:t>
            </a:r>
            <a:endParaRPr dirty="0"/>
          </a:p>
          <a:p>
            <a:pPr marL="0" lvl="0" indent="0" algn="l" rtl="0">
              <a:spcBef>
                <a:spcPts val="1200"/>
              </a:spcBef>
              <a:spcAft>
                <a:spcPts val="0"/>
              </a:spcAft>
              <a:buSzPts val="1600"/>
              <a:buNone/>
            </a:pPr>
            <a:r>
              <a:rPr lang="en-US" dirty="0">
                <a:latin typeface="Times New Roman"/>
                <a:ea typeface="Times New Roman"/>
                <a:cs typeface="Times New Roman"/>
                <a:sym typeface="Times New Roman"/>
              </a:rPr>
              <a:t> 2. Product Search</a:t>
            </a:r>
            <a:endParaRPr dirty="0"/>
          </a:p>
          <a:p>
            <a:pPr marL="0" lvl="0" indent="0" algn="l" rtl="0">
              <a:spcBef>
                <a:spcPts val="1200"/>
              </a:spcBef>
              <a:spcAft>
                <a:spcPts val="0"/>
              </a:spcAft>
              <a:buSzPts val="1600"/>
              <a:buNone/>
            </a:pPr>
            <a:r>
              <a:rPr lang="en-US" dirty="0">
                <a:latin typeface="Times New Roman"/>
                <a:ea typeface="Times New Roman"/>
                <a:cs typeface="Times New Roman"/>
                <a:sym typeface="Times New Roman"/>
              </a:rPr>
              <a:t> 3. Price Comparison</a:t>
            </a:r>
            <a:endParaRPr dirty="0"/>
          </a:p>
          <a:p>
            <a:pPr marL="0" lvl="0" indent="0" algn="just" rtl="0">
              <a:spcBef>
                <a:spcPts val="1200"/>
              </a:spcBef>
              <a:spcAft>
                <a:spcPts val="0"/>
              </a:spcAft>
              <a:buSzPts val="1600"/>
              <a:buNone/>
            </a:pPr>
            <a:r>
              <a:rPr lang="en-US" dirty="0">
                <a:latin typeface="Times New Roman"/>
                <a:ea typeface="Times New Roman"/>
                <a:cs typeface="Times New Roman"/>
                <a:sym typeface="Times New Roman"/>
              </a:rPr>
              <a:t> 4. Product Details Page</a:t>
            </a:r>
            <a:endParaRPr dirty="0"/>
          </a:p>
          <a:p>
            <a:pPr marL="0" lvl="0" indent="0" algn="just" rtl="0">
              <a:spcBef>
                <a:spcPts val="1200"/>
              </a:spcBef>
              <a:spcAft>
                <a:spcPts val="0"/>
              </a:spcAft>
              <a:buSzPts val="1600"/>
              <a:buNone/>
            </a:pPr>
            <a:r>
              <a:rPr lang="en-US" dirty="0">
                <a:latin typeface="Times New Roman"/>
                <a:ea typeface="Times New Roman"/>
                <a:cs typeface="Times New Roman"/>
                <a:sym typeface="Times New Roman"/>
              </a:rPr>
              <a:t> 5.Wish list and Favorites</a:t>
            </a:r>
            <a:endParaRPr dirty="0"/>
          </a:p>
          <a:p>
            <a:pPr marL="0" lvl="0" indent="0" algn="just" rtl="0">
              <a:spcBef>
                <a:spcPts val="1200"/>
              </a:spcBef>
              <a:spcAft>
                <a:spcPts val="0"/>
              </a:spcAft>
              <a:buSzPts val="1600"/>
              <a:buNone/>
            </a:pPr>
            <a:r>
              <a:rPr lang="en-US" dirty="0">
                <a:latin typeface="Times New Roman"/>
                <a:ea typeface="Times New Roman"/>
                <a:cs typeface="Times New Roman"/>
                <a:sym typeface="Times New Roman"/>
              </a:rPr>
              <a:t> 6.Real Time Data Updates</a:t>
            </a:r>
            <a:endParaRPr dirty="0"/>
          </a:p>
          <a:p>
            <a:pPr marL="0" lvl="0" indent="0" algn="just" rtl="0">
              <a:spcBef>
                <a:spcPts val="1200"/>
              </a:spcBef>
              <a:spcAft>
                <a:spcPts val="0"/>
              </a:spcAft>
              <a:buSzPts val="1600"/>
              <a:buNone/>
            </a:pPr>
            <a:endParaRPr dirty="0"/>
          </a:p>
          <a:p>
            <a:pPr marL="0" lvl="0" indent="0" algn="just" rtl="0">
              <a:spcBef>
                <a:spcPts val="1200"/>
              </a:spcBef>
              <a:spcAft>
                <a:spcPts val="0"/>
              </a:spcAft>
              <a:buSzPts val="1600"/>
              <a:buNone/>
            </a:pPr>
            <a:endParaRPr dirty="0">
              <a:latin typeface="Times New Roman"/>
              <a:ea typeface="Times New Roman"/>
              <a:cs typeface="Times New Roman"/>
              <a:sym typeface="Times New Roman"/>
            </a:endParaRPr>
          </a:p>
        </p:txBody>
      </p:sp>
      <p:sp>
        <p:nvSpPr>
          <p:cNvPr id="221" name="Google Shape;221;p15"/>
          <p:cNvSpPr txBox="1">
            <a:spLocks noGrp="1"/>
          </p:cNvSpPr>
          <p:nvPr>
            <p:ph type="title"/>
          </p:nvPr>
        </p:nvSpPr>
        <p:spPr>
          <a:xfrm>
            <a:off x="661640" y="209551"/>
            <a:ext cx="7709304" cy="771756"/>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2400">
                <a:latin typeface="Times New Roman"/>
                <a:ea typeface="Times New Roman"/>
                <a:cs typeface="Times New Roman"/>
                <a:sym typeface="Times New Roman"/>
              </a:rPr>
              <a:t>4.SYSTEM REQUIREMENT SPECIFICATION</a:t>
            </a:r>
            <a:endParaRPr sz="2400">
              <a:latin typeface="Times New Roman"/>
              <a:ea typeface="Times New Roman"/>
              <a:cs typeface="Times New Roman"/>
              <a:sym typeface="Times New Roman"/>
            </a:endParaRPr>
          </a:p>
        </p:txBody>
      </p:sp>
      <p:sp>
        <p:nvSpPr>
          <p:cNvPr id="222" name="Google Shape;222;p15"/>
          <p:cNvSpPr txBox="1">
            <a:spLocks noGrp="1"/>
          </p:cNvSpPr>
          <p:nvPr>
            <p:ph type="body" idx="4"/>
          </p:nvPr>
        </p:nvSpPr>
        <p:spPr>
          <a:xfrm>
            <a:off x="4572000" y="1256371"/>
            <a:ext cx="3798943" cy="3677579"/>
          </a:xfrm>
          <a:prstGeom prst="rect">
            <a:avLst/>
          </a:prstGeom>
          <a:noFill/>
          <a:ln>
            <a:noFill/>
          </a:ln>
        </p:spPr>
        <p:txBody>
          <a:bodyPr spcFirstLastPara="1" wrap="square" lIns="91425" tIns="93600" rIns="91425" bIns="45700" anchor="t" anchorCtr="0">
            <a:normAutofit fontScale="92500"/>
          </a:bodyPr>
          <a:lstStyle/>
          <a:p>
            <a:pPr marL="0" lvl="0" indent="0" algn="l" rtl="0">
              <a:spcBef>
                <a:spcPts val="0"/>
              </a:spcBef>
              <a:spcAft>
                <a:spcPts val="0"/>
              </a:spcAft>
              <a:buSzPts val="1900"/>
              <a:buNone/>
            </a:pPr>
            <a:r>
              <a:rPr lang="en-US" sz="2200" b="1">
                <a:latin typeface="Times New Roman"/>
                <a:ea typeface="Times New Roman"/>
                <a:cs typeface="Times New Roman"/>
                <a:sym typeface="Times New Roman"/>
              </a:rPr>
              <a:t>Non- Functional Requirements</a:t>
            </a:r>
            <a:endParaRPr sz="2200"/>
          </a:p>
          <a:p>
            <a:pPr marL="0" lvl="0" indent="0" algn="just" rtl="0">
              <a:spcBef>
                <a:spcPts val="1200"/>
              </a:spcBef>
              <a:spcAft>
                <a:spcPts val="0"/>
              </a:spcAft>
              <a:buSzPts val="1800"/>
              <a:buNone/>
            </a:pPr>
            <a:r>
              <a:rPr lang="en-US" sz="1700">
                <a:latin typeface="Times New Roman"/>
                <a:ea typeface="Times New Roman"/>
                <a:cs typeface="Times New Roman"/>
                <a:sym typeface="Times New Roman"/>
              </a:rPr>
              <a:t> 1. Performance </a:t>
            </a:r>
            <a:endParaRPr sz="1700"/>
          </a:p>
          <a:p>
            <a:pPr marL="0" lvl="0" indent="0" algn="just" rtl="0">
              <a:spcBef>
                <a:spcPts val="1200"/>
              </a:spcBef>
              <a:spcAft>
                <a:spcPts val="0"/>
              </a:spcAft>
              <a:buSzPts val="1600"/>
              <a:buNone/>
            </a:pPr>
            <a:r>
              <a:rPr lang="en-US" sz="1700">
                <a:latin typeface="Times New Roman"/>
                <a:ea typeface="Times New Roman"/>
                <a:cs typeface="Times New Roman"/>
                <a:sym typeface="Times New Roman"/>
              </a:rPr>
              <a:t>  2. Scalability</a:t>
            </a:r>
            <a:endParaRPr sz="1700"/>
          </a:p>
          <a:p>
            <a:pPr marL="0" lvl="0" indent="0" algn="just" rtl="0">
              <a:spcBef>
                <a:spcPts val="1200"/>
              </a:spcBef>
              <a:spcAft>
                <a:spcPts val="0"/>
              </a:spcAft>
              <a:buSzPts val="1600"/>
              <a:buNone/>
            </a:pPr>
            <a:r>
              <a:rPr lang="en-US" sz="1700">
                <a:latin typeface="Times New Roman"/>
                <a:ea typeface="Times New Roman"/>
                <a:cs typeface="Times New Roman"/>
                <a:sym typeface="Times New Roman"/>
              </a:rPr>
              <a:t>  3. Security.</a:t>
            </a:r>
            <a:endParaRPr sz="1700"/>
          </a:p>
          <a:p>
            <a:pPr marL="0" lvl="0" indent="0" algn="just" rtl="0">
              <a:spcBef>
                <a:spcPts val="1200"/>
              </a:spcBef>
              <a:spcAft>
                <a:spcPts val="0"/>
              </a:spcAft>
              <a:buSzPts val="1600"/>
              <a:buNone/>
            </a:pPr>
            <a:r>
              <a:rPr lang="en-US" sz="1700">
                <a:latin typeface="Times New Roman"/>
                <a:ea typeface="Times New Roman"/>
                <a:cs typeface="Times New Roman"/>
                <a:sym typeface="Times New Roman"/>
              </a:rPr>
              <a:t>  4. Usability </a:t>
            </a:r>
            <a:endParaRPr sz="1700"/>
          </a:p>
          <a:p>
            <a:pPr marL="0" lvl="0" indent="0" algn="just" rtl="0">
              <a:spcBef>
                <a:spcPts val="1200"/>
              </a:spcBef>
              <a:spcAft>
                <a:spcPts val="0"/>
              </a:spcAft>
              <a:buSzPts val="1600"/>
              <a:buNone/>
            </a:pPr>
            <a:r>
              <a:rPr lang="en-US" sz="1700">
                <a:latin typeface="Times New Roman"/>
                <a:ea typeface="Times New Roman"/>
                <a:cs typeface="Times New Roman"/>
                <a:sym typeface="Times New Roman"/>
              </a:rPr>
              <a:t>  5. Reliability</a:t>
            </a:r>
            <a:endParaRPr sz="1700"/>
          </a:p>
          <a:p>
            <a:pPr marL="0" lvl="0" indent="0" algn="just" rtl="0">
              <a:spcBef>
                <a:spcPts val="1200"/>
              </a:spcBef>
              <a:spcAft>
                <a:spcPts val="0"/>
              </a:spcAft>
              <a:buSzPts val="1600"/>
              <a:buNone/>
            </a:pPr>
            <a:r>
              <a:rPr lang="en-US" sz="1700">
                <a:latin typeface="Times New Roman"/>
                <a:ea typeface="Times New Roman"/>
                <a:cs typeface="Times New Roman"/>
                <a:sym typeface="Times New Roman"/>
              </a:rPr>
              <a:t>  6. Maintainability </a:t>
            </a:r>
            <a:endParaRPr sz="1700"/>
          </a:p>
          <a:p>
            <a:pPr marL="0" lvl="0" indent="0" algn="just" rtl="0">
              <a:spcBef>
                <a:spcPts val="1200"/>
              </a:spcBef>
              <a:spcAft>
                <a:spcPts val="0"/>
              </a:spcAft>
              <a:buSzPts val="1600"/>
              <a:buNone/>
            </a:pPr>
            <a:r>
              <a:rPr lang="en-US" sz="1700">
                <a:latin typeface="Times New Roman"/>
                <a:ea typeface="Times New Roman"/>
                <a:cs typeface="Times New Roman"/>
                <a:sym typeface="Times New Roman"/>
              </a:rPr>
              <a:t>  7. Compatibility</a:t>
            </a:r>
            <a:endParaRPr sz="1700"/>
          </a:p>
          <a:p>
            <a:pPr marL="0" lvl="0" indent="0" algn="just" rtl="0">
              <a:spcBef>
                <a:spcPts val="1200"/>
              </a:spcBef>
              <a:spcAft>
                <a:spcPts val="0"/>
              </a:spcAft>
              <a:buSzPts val="1600"/>
              <a:buNone/>
            </a:pPr>
            <a:r>
              <a:rPr lang="en-US" sz="1700">
                <a:latin typeface="Times New Roman"/>
                <a:ea typeface="Times New Roman"/>
                <a:cs typeface="Times New Roman"/>
                <a:sym typeface="Times New Roman"/>
              </a:rPr>
              <a:t>  8. Data Accuracy </a:t>
            </a:r>
            <a:endParaRPr sz="1700" b="1"/>
          </a:p>
        </p:txBody>
      </p:sp>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6"/>
          <p:cNvSpPr txBox="1">
            <a:spLocks noGrp="1"/>
          </p:cNvSpPr>
          <p:nvPr>
            <p:ph type="body" idx="1"/>
          </p:nvPr>
        </p:nvSpPr>
        <p:spPr>
          <a:xfrm>
            <a:off x="356838" y="644326"/>
            <a:ext cx="8311377" cy="4173001"/>
          </a:xfrm>
          <a:prstGeom prst="rect">
            <a:avLst/>
          </a:prstGeom>
          <a:noFill/>
          <a:ln>
            <a:noFill/>
          </a:ln>
        </p:spPr>
        <p:txBody>
          <a:bodyPr spcFirstLastPara="1" wrap="square" lIns="91425" tIns="93600" rIns="91425" bIns="45700" anchor="t" anchorCtr="0">
            <a:noAutofit/>
          </a:bodyPr>
          <a:lstStyle/>
          <a:p>
            <a:pPr marL="0" marR="0" lvl="0" indent="0" algn="l" rtl="0">
              <a:spcBef>
                <a:spcPts val="0"/>
              </a:spcBef>
              <a:spcAft>
                <a:spcPts val="0"/>
              </a:spcAft>
              <a:buClr>
                <a:schemeClr val="accent1"/>
              </a:buClr>
              <a:buSzPts val="1800"/>
              <a:buFont typeface="Arial"/>
              <a:buNone/>
            </a:pPr>
            <a:r>
              <a:rPr lang="en-US" sz="2000" b="1" i="0" u="none" strike="noStrike" cap="none" dirty="0">
                <a:solidFill>
                  <a:schemeClr val="dk1"/>
                </a:solidFill>
                <a:latin typeface="Times New Roman"/>
                <a:ea typeface="Times New Roman"/>
                <a:cs typeface="Times New Roman"/>
                <a:sym typeface="Times New Roman"/>
              </a:rPr>
              <a:t> 4.2 Software Requirements</a:t>
            </a:r>
            <a:endParaRPr sz="2000" b="0" i="0" u="none" strike="noStrike" cap="none" dirty="0">
              <a:solidFill>
                <a:schemeClr val="dk1"/>
              </a:solidFill>
              <a:latin typeface="Times New Roman"/>
              <a:ea typeface="Times New Roman"/>
              <a:cs typeface="Times New Roman"/>
              <a:sym typeface="Times New Roman"/>
            </a:endParaRPr>
          </a:p>
          <a:p>
            <a:pPr marL="342900" lvl="0" indent="-342900" algn="l" rtl="0">
              <a:spcBef>
                <a:spcPts val="1200"/>
              </a:spcBef>
              <a:spcAft>
                <a:spcPts val="0"/>
              </a:spcAft>
              <a:buClr>
                <a:schemeClr val="accent1"/>
              </a:buClr>
              <a:buSzPts val="1600"/>
              <a:buFont typeface="Arial"/>
              <a:buChar char="•"/>
            </a:pPr>
            <a:r>
              <a:rPr lang="en-US" b="0" i="0" u="none" strike="noStrike" cap="none" dirty="0">
                <a:solidFill>
                  <a:schemeClr val="dk1"/>
                </a:solidFill>
                <a:latin typeface="Times New Roman"/>
                <a:ea typeface="Times New Roman"/>
                <a:cs typeface="Times New Roman"/>
                <a:sym typeface="Times New Roman"/>
              </a:rPr>
              <a:t>Operating System</a:t>
            </a:r>
            <a:r>
              <a:rPr lang="en-US" b="1" i="0" u="none" strike="noStrike" cap="none" dirty="0">
                <a:solidFill>
                  <a:schemeClr val="dk1"/>
                </a:solidFill>
                <a:latin typeface="Times New Roman"/>
                <a:ea typeface="Times New Roman"/>
                <a:cs typeface="Times New Roman"/>
                <a:sym typeface="Times New Roman"/>
              </a:rPr>
              <a:t>:</a:t>
            </a:r>
            <a:r>
              <a:rPr lang="en-US" b="0" i="0" u="none" strike="noStrike" cap="none" dirty="0">
                <a:solidFill>
                  <a:schemeClr val="dk1"/>
                </a:solidFill>
                <a:latin typeface="Times New Roman"/>
                <a:ea typeface="Times New Roman"/>
                <a:cs typeface="Times New Roman"/>
                <a:sym typeface="Times New Roman"/>
              </a:rPr>
              <a:t> Windows-11</a:t>
            </a:r>
            <a:endParaRPr dirty="0"/>
          </a:p>
          <a:p>
            <a:pPr marL="342900" lvl="0" indent="-342900" algn="l" rtl="0">
              <a:spcBef>
                <a:spcPts val="1200"/>
              </a:spcBef>
              <a:spcAft>
                <a:spcPts val="0"/>
              </a:spcAft>
              <a:buClr>
                <a:schemeClr val="accent1"/>
              </a:buClr>
              <a:buSzPts val="1600"/>
              <a:buFont typeface="Arial"/>
              <a:buChar char="•"/>
            </a:pPr>
            <a:r>
              <a:rPr lang="en-US" b="0" i="0" u="none" strike="noStrike" cap="none" dirty="0">
                <a:solidFill>
                  <a:schemeClr val="dk1"/>
                </a:solidFill>
                <a:latin typeface="Times New Roman"/>
                <a:ea typeface="Times New Roman"/>
                <a:cs typeface="Times New Roman"/>
                <a:sym typeface="Times New Roman"/>
              </a:rPr>
              <a:t>Programming Language: HTML, CSS, JavaScript, SQLite</a:t>
            </a:r>
            <a:endParaRPr dirty="0"/>
          </a:p>
          <a:p>
            <a:pPr marL="342900" lvl="0" indent="-342900" algn="l" rtl="0">
              <a:spcBef>
                <a:spcPts val="1200"/>
              </a:spcBef>
              <a:spcAft>
                <a:spcPts val="0"/>
              </a:spcAft>
              <a:buClr>
                <a:schemeClr val="accent1"/>
              </a:buClr>
              <a:buSzPts val="1600"/>
              <a:buFont typeface="Arial"/>
              <a:buChar char="•"/>
            </a:pPr>
            <a:r>
              <a:rPr lang="en-US" b="0" i="0" u="none" strike="noStrike" cap="none" dirty="0">
                <a:solidFill>
                  <a:schemeClr val="dk1"/>
                </a:solidFill>
                <a:latin typeface="Times New Roman"/>
                <a:ea typeface="Times New Roman"/>
                <a:cs typeface="Times New Roman"/>
                <a:sym typeface="Times New Roman"/>
              </a:rPr>
              <a:t>Development Environment: VS Code</a:t>
            </a:r>
            <a:endParaRPr sz="1800" dirty="0"/>
          </a:p>
          <a:p>
            <a:pPr marL="0" marR="0" lvl="0" indent="0" algn="l" rtl="0">
              <a:spcBef>
                <a:spcPts val="1200"/>
              </a:spcBef>
              <a:spcAft>
                <a:spcPts val="0"/>
              </a:spcAft>
              <a:buClr>
                <a:schemeClr val="accent1"/>
              </a:buClr>
              <a:buSzPts val="1800"/>
              <a:buFont typeface="Arial"/>
              <a:buNone/>
            </a:pPr>
            <a:r>
              <a:rPr lang="en-US" sz="2000" b="1" i="0" u="none" strike="noStrike" cap="none" dirty="0">
                <a:solidFill>
                  <a:schemeClr val="dk1"/>
                </a:solidFill>
                <a:latin typeface="Times New Roman"/>
                <a:ea typeface="Times New Roman"/>
                <a:cs typeface="Times New Roman"/>
                <a:sym typeface="Times New Roman"/>
              </a:rPr>
              <a:t>4.3 Hardware Requirements</a:t>
            </a:r>
            <a:endParaRPr sz="2000" dirty="0"/>
          </a:p>
          <a:p>
            <a:pPr marL="342900" lvl="0" indent="-342900" algn="l" rtl="0">
              <a:spcBef>
                <a:spcPts val="1200"/>
              </a:spcBef>
              <a:spcAft>
                <a:spcPts val="0"/>
              </a:spcAft>
              <a:buClr>
                <a:schemeClr val="accent1"/>
              </a:buClr>
              <a:buSzPts val="1600"/>
              <a:buFont typeface="Arial"/>
              <a:buChar char="•"/>
            </a:pPr>
            <a:r>
              <a:rPr lang="en-US" dirty="0">
                <a:latin typeface="Times New Roman"/>
                <a:ea typeface="Times New Roman"/>
                <a:cs typeface="Times New Roman"/>
                <a:sym typeface="Times New Roman"/>
              </a:rPr>
              <a:t>P</a:t>
            </a:r>
            <a:r>
              <a:rPr lang="en-US" b="0" i="0" u="none" strike="noStrike" cap="none" dirty="0">
                <a:solidFill>
                  <a:schemeClr val="dk1"/>
                </a:solidFill>
                <a:latin typeface="Times New Roman"/>
                <a:ea typeface="Times New Roman"/>
                <a:cs typeface="Times New Roman"/>
                <a:sym typeface="Times New Roman"/>
              </a:rPr>
              <a:t>rocessor: Intel Core i5 </a:t>
            </a:r>
            <a:endParaRPr dirty="0"/>
          </a:p>
          <a:p>
            <a:pPr marL="342900" lvl="0" indent="-342900" algn="l" rtl="0">
              <a:spcBef>
                <a:spcPts val="1200"/>
              </a:spcBef>
              <a:spcAft>
                <a:spcPts val="0"/>
              </a:spcAft>
              <a:buClr>
                <a:schemeClr val="accent1"/>
              </a:buClr>
              <a:buSzPts val="1600"/>
              <a:buFont typeface="Arial"/>
              <a:buChar char="•"/>
            </a:pPr>
            <a:r>
              <a:rPr lang="en-US" b="0" i="0" u="none" strike="noStrike" cap="none" dirty="0">
                <a:solidFill>
                  <a:schemeClr val="dk1"/>
                </a:solidFill>
                <a:latin typeface="Times New Roman"/>
                <a:ea typeface="Times New Roman"/>
                <a:cs typeface="Times New Roman"/>
                <a:sym typeface="Times New Roman"/>
              </a:rPr>
              <a:t>RAM: 4GB </a:t>
            </a:r>
            <a:endParaRPr dirty="0"/>
          </a:p>
          <a:p>
            <a:pPr marL="342900" lvl="0" indent="-342900" algn="l" rtl="0">
              <a:spcBef>
                <a:spcPts val="1200"/>
              </a:spcBef>
              <a:spcAft>
                <a:spcPts val="0"/>
              </a:spcAft>
              <a:buClr>
                <a:schemeClr val="accent1"/>
              </a:buClr>
              <a:buSzPts val="1600"/>
              <a:buFont typeface="Arial"/>
              <a:buChar char="•"/>
            </a:pPr>
            <a:r>
              <a:rPr lang="en-US" b="0" i="0" u="none" strike="noStrike" cap="none" dirty="0">
                <a:solidFill>
                  <a:schemeClr val="dk1"/>
                </a:solidFill>
                <a:latin typeface="Times New Roman"/>
                <a:ea typeface="Times New Roman"/>
                <a:cs typeface="Times New Roman"/>
                <a:sym typeface="Times New Roman"/>
              </a:rPr>
              <a:t>GPU support for large data sets</a:t>
            </a:r>
            <a:r>
              <a:rPr lang="en-US" sz="1800" b="0" i="0" u="none" strike="noStrike" cap="none" dirty="0">
                <a:solidFill>
                  <a:schemeClr val="dk1"/>
                </a:solidFill>
                <a:latin typeface="Times New Roman"/>
                <a:ea typeface="Times New Roman"/>
                <a:cs typeface="Times New Roman"/>
                <a:sym typeface="Times New Roman"/>
              </a:rPr>
              <a:t>.</a:t>
            </a:r>
            <a:endParaRPr sz="1800" dirty="0"/>
          </a:p>
        </p:txBody>
      </p:sp>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7"/>
          <p:cNvSpPr txBox="1">
            <a:spLocks noGrp="1"/>
          </p:cNvSpPr>
          <p:nvPr>
            <p:ph type="title"/>
          </p:nvPr>
        </p:nvSpPr>
        <p:spPr>
          <a:xfrm rot="10800000" flipV="1">
            <a:off x="585487" y="145939"/>
            <a:ext cx="7735131" cy="619778"/>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2400"/>
              <a:buFont typeface="Times New Roman"/>
              <a:buNone/>
            </a:pPr>
            <a:r>
              <a:rPr lang="en-US" sz="2000">
                <a:latin typeface="Times New Roman"/>
                <a:ea typeface="Times New Roman"/>
                <a:cs typeface="Times New Roman"/>
                <a:sym typeface="Times New Roman"/>
              </a:rPr>
              <a:t>4.4 Technologies used:</a:t>
            </a:r>
            <a:endParaRPr sz="2000">
              <a:latin typeface="Times New Roman"/>
              <a:ea typeface="Times New Roman"/>
              <a:cs typeface="Times New Roman"/>
              <a:sym typeface="Times New Roman"/>
            </a:endParaRPr>
          </a:p>
        </p:txBody>
      </p:sp>
      <p:sp>
        <p:nvSpPr>
          <p:cNvPr id="173" name="Google Shape;173;p7"/>
          <p:cNvSpPr txBox="1">
            <a:spLocks noGrp="1"/>
          </p:cNvSpPr>
          <p:nvPr>
            <p:ph type="body" idx="1"/>
          </p:nvPr>
        </p:nvSpPr>
        <p:spPr>
          <a:xfrm>
            <a:off x="297748" y="646770"/>
            <a:ext cx="7844833" cy="2444373"/>
          </a:xfrm>
          <a:prstGeom prst="rect">
            <a:avLst/>
          </a:prstGeom>
          <a:noFill/>
          <a:ln>
            <a:noFill/>
          </a:ln>
        </p:spPr>
        <p:txBody>
          <a:bodyPr spcFirstLastPara="1" wrap="square" lIns="91425" tIns="93600" rIns="91425" bIns="45700" anchor="b" anchorCtr="0">
            <a:noAutofit/>
          </a:bodyPr>
          <a:lstStyle/>
          <a:p>
            <a:pPr marL="0" lvl="0" indent="0" algn="just" rtl="0">
              <a:lnSpc>
                <a:spcPct val="150000"/>
              </a:lnSpc>
              <a:spcBef>
                <a:spcPts val="0"/>
              </a:spcBef>
              <a:spcAft>
                <a:spcPts val="0"/>
              </a:spcAft>
              <a:buSzPts val="1600"/>
              <a:buNone/>
            </a:pPr>
            <a:r>
              <a:rPr lang="en-US" dirty="0">
                <a:latin typeface="Times New Roman"/>
                <a:ea typeface="Times New Roman"/>
                <a:cs typeface="Times New Roman"/>
                <a:sym typeface="Times New Roman"/>
              </a:rPr>
              <a:t>	Technology Used in Price Comparison Websites Data Collection: Web scraping  (Scrapy) or APIs (Amazon, eBay).To provide a seamless and intuitive shopping experience. Well-designed interfaces and user journeys that make it easy for users to compare products and make purchasing decisions. HTML5, CSS3, JavaScript </a:t>
            </a:r>
          </a:p>
          <a:p>
            <a:pPr marL="285750" indent="-285750" algn="just">
              <a:lnSpc>
                <a:spcPct val="150000"/>
              </a:lnSpc>
              <a:spcBef>
                <a:spcPts val="0"/>
              </a:spcBef>
              <a:buSzPts val="1600"/>
            </a:pPr>
            <a:r>
              <a:rPr lang="en-US" dirty="0">
                <a:latin typeface="Times New Roman"/>
                <a:ea typeface="Times New Roman"/>
                <a:cs typeface="Times New Roman"/>
                <a:sym typeface="Times New Roman"/>
              </a:rPr>
              <a:t>Web Scrapping algorithms: Parsing Algorithms – These tools extract product details, prices, and stock availability from multiple e-commerce websites</a:t>
            </a:r>
          </a:p>
        </p:txBody>
      </p:sp>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4" name="Google Shape;214;p14"/>
          <p:cNvPicPr preferRelativeResize="0">
            <a:picLocks noGrp="1"/>
          </p:cNvPicPr>
          <p:nvPr>
            <p:ph type="pic" idx="3"/>
          </p:nvPr>
        </p:nvPicPr>
        <p:blipFill rotWithShape="1">
          <a:blip r:embed="rId3">
            <a:alphaModFix/>
          </a:blip>
          <a:srcRect t="2395" b="2394"/>
          <a:stretch/>
        </p:blipFill>
        <p:spPr>
          <a:xfrm>
            <a:off x="654205" y="1146675"/>
            <a:ext cx="7835590" cy="3492231"/>
          </a:xfrm>
          <a:prstGeom prst="rect">
            <a:avLst/>
          </a:prstGeom>
          <a:solidFill>
            <a:srgbClr val="F2F2F2"/>
          </a:solidFill>
          <a:ln>
            <a:noFill/>
          </a:ln>
        </p:spPr>
      </p:pic>
      <p:sp>
        <p:nvSpPr>
          <p:cNvPr id="215" name="Google Shape;215;p14"/>
          <p:cNvSpPr txBox="1">
            <a:spLocks noGrp="1"/>
          </p:cNvSpPr>
          <p:nvPr>
            <p:ph type="body" idx="4"/>
          </p:nvPr>
        </p:nvSpPr>
        <p:spPr>
          <a:xfrm>
            <a:off x="1546302" y="4149588"/>
            <a:ext cx="3798849" cy="400110"/>
          </a:xfrm>
          <a:prstGeom prst="rect">
            <a:avLst/>
          </a:prstGeom>
          <a:noFill/>
          <a:ln>
            <a:noFill/>
          </a:ln>
        </p:spPr>
        <p:txBody>
          <a:bodyPr spcFirstLastPara="1" wrap="square" lIns="91425" tIns="93600" rIns="91425" bIns="45700" anchor="t" anchorCtr="0">
            <a:normAutofit/>
          </a:bodyPr>
          <a:lstStyle/>
          <a:p>
            <a:pPr marL="0" lvl="0" indent="0" algn="ctr" rtl="0">
              <a:lnSpc>
                <a:spcPct val="100000"/>
              </a:lnSpc>
              <a:spcBef>
                <a:spcPts val="0"/>
              </a:spcBef>
              <a:spcAft>
                <a:spcPts val="0"/>
              </a:spcAft>
              <a:buSzPts val="1200"/>
              <a:buFont typeface="Arial"/>
              <a:buNone/>
            </a:pPr>
            <a:r>
              <a:rPr lang="en-US" sz="1400" b="1" err="1">
                <a:latin typeface="Times New Roman" panose="02020603050405020304" pitchFamily="18" charset="0"/>
                <a:cs typeface="Times New Roman" panose="02020603050405020304" pitchFamily="18" charset="0"/>
              </a:rPr>
              <a:t>Fig:System</a:t>
            </a:r>
            <a:r>
              <a:rPr lang="en-US" sz="1400" b="1">
                <a:latin typeface="Times New Roman" panose="02020603050405020304" pitchFamily="18" charset="0"/>
                <a:cs typeface="Times New Roman" panose="02020603050405020304" pitchFamily="18" charset="0"/>
              </a:rPr>
              <a:t> Architecture</a:t>
            </a:r>
            <a:endParaRPr sz="1400" b="1">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2C91C2E9-FF33-1A1B-1260-1DCF2403C165}"/>
              </a:ext>
            </a:extLst>
          </p:cNvPr>
          <p:cNvSpPr>
            <a:spLocks noGrp="1"/>
          </p:cNvSpPr>
          <p:nvPr>
            <p:ph type="title"/>
          </p:nvPr>
        </p:nvSpPr>
        <p:spPr>
          <a:xfrm>
            <a:off x="654205" y="59473"/>
            <a:ext cx="8385717" cy="955277"/>
          </a:xfrm>
        </p:spPr>
        <p:txBody>
          <a:bodyPr/>
          <a:lstStyle/>
          <a:p>
            <a:pPr algn="ctr"/>
            <a:r>
              <a:rPr lang="en-US"/>
              <a:t> </a:t>
            </a:r>
            <a:r>
              <a:rPr lang="en-US" sz="2400">
                <a:latin typeface="Times New Roman" panose="02020603050405020304" pitchFamily="18" charset="0"/>
                <a:cs typeface="Times New Roman" panose="02020603050405020304" pitchFamily="18" charset="0"/>
              </a:rPr>
              <a:t>5.SYSTEM DESIGN </a:t>
            </a:r>
            <a:br>
              <a:rPr lang="en-US"/>
            </a:br>
            <a:endParaRPr lang="en-US" sz="1800"/>
          </a:p>
        </p:txBody>
      </p:sp>
      <p:sp>
        <p:nvSpPr>
          <p:cNvPr id="2" name="TextBox 1">
            <a:extLst>
              <a:ext uri="{FF2B5EF4-FFF2-40B4-BE49-F238E27FC236}">
                <a16:creationId xmlns:a16="http://schemas.microsoft.com/office/drawing/2014/main" id="{FE4A98B5-4B1B-4A79-C451-11F3EF6EE2BB}"/>
              </a:ext>
            </a:extLst>
          </p:cNvPr>
          <p:cNvSpPr txBox="1"/>
          <p:nvPr/>
        </p:nvSpPr>
        <p:spPr>
          <a:xfrm>
            <a:off x="533400" y="884663"/>
            <a:ext cx="2715323" cy="400110"/>
          </a:xfrm>
          <a:prstGeom prst="rect">
            <a:avLst/>
          </a:prstGeom>
          <a:noFill/>
        </p:spPr>
        <p:txBody>
          <a:bodyPr wrap="square" rtlCol="0">
            <a:spAutoFit/>
          </a:bodyPr>
          <a:lstStyle/>
          <a:p>
            <a:r>
              <a:rPr lang="en-IN" sz="2000" b="1">
                <a:latin typeface="Times New Roman" panose="02020603050405020304" pitchFamily="18" charset="0"/>
                <a:cs typeface="Times New Roman" panose="02020603050405020304" pitchFamily="18" charset="0"/>
              </a:rPr>
              <a:t>5.1 Architecture</a:t>
            </a:r>
          </a:p>
        </p:txBody>
      </p:sp>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17"/>
          <p:cNvSpPr txBox="1">
            <a:spLocks noGrp="1"/>
          </p:cNvSpPr>
          <p:nvPr>
            <p:ph type="body" idx="1"/>
          </p:nvPr>
        </p:nvSpPr>
        <p:spPr>
          <a:xfrm>
            <a:off x="483221" y="310121"/>
            <a:ext cx="8207296" cy="4166629"/>
          </a:xfrm>
          <a:prstGeom prst="rect">
            <a:avLst/>
          </a:prstGeom>
          <a:noFill/>
          <a:ln>
            <a:noFill/>
          </a:ln>
        </p:spPr>
        <p:txBody>
          <a:bodyPr spcFirstLastPara="1" wrap="square" lIns="91425" tIns="93600" rIns="91425" bIns="45700" anchor="t" anchorCtr="0">
            <a:noAutofit/>
          </a:bodyPr>
          <a:lstStyle/>
          <a:p>
            <a:pPr marL="0" lvl="0" indent="0" algn="just" rtl="0">
              <a:lnSpc>
                <a:spcPct val="150000"/>
              </a:lnSpc>
              <a:spcBef>
                <a:spcPts val="0"/>
              </a:spcBef>
              <a:spcAft>
                <a:spcPts val="0"/>
              </a:spcAft>
              <a:buSzPts val="1800"/>
              <a:buNone/>
            </a:pPr>
            <a:r>
              <a:rPr lang="en-US" sz="2000" b="1">
                <a:latin typeface="Times New Roman"/>
                <a:ea typeface="Times New Roman"/>
                <a:cs typeface="Times New Roman"/>
                <a:sym typeface="Times New Roman"/>
              </a:rPr>
              <a:t>5.2 System Modules</a:t>
            </a:r>
            <a:endParaRPr sz="2000"/>
          </a:p>
          <a:p>
            <a:pPr marL="0" lvl="0" indent="0" algn="just" rtl="0">
              <a:lnSpc>
                <a:spcPct val="150000"/>
              </a:lnSpc>
              <a:spcBef>
                <a:spcPts val="1200"/>
              </a:spcBef>
              <a:spcAft>
                <a:spcPts val="0"/>
              </a:spcAft>
              <a:buSzPts val="1600"/>
              <a:buNone/>
            </a:pPr>
            <a:r>
              <a:rPr lang="en-US">
                <a:latin typeface="Times New Roman"/>
                <a:ea typeface="Times New Roman"/>
                <a:cs typeface="Times New Roman"/>
                <a:sym typeface="Times New Roman"/>
              </a:rPr>
              <a:t>              System Modules for a Price Comparison </a:t>
            </a:r>
            <a:r>
              <a:rPr lang="en-US" err="1">
                <a:latin typeface="Times New Roman"/>
                <a:ea typeface="Times New Roman"/>
                <a:cs typeface="Times New Roman"/>
                <a:sym typeface="Times New Roman"/>
              </a:rPr>
              <a:t>WebsiteUser</a:t>
            </a:r>
            <a:r>
              <a:rPr lang="en-US">
                <a:latin typeface="Times New Roman"/>
                <a:ea typeface="Times New Roman"/>
                <a:cs typeface="Times New Roman"/>
                <a:sym typeface="Times New Roman"/>
              </a:rPr>
              <a:t> Management – User registration, login, profile management, </a:t>
            </a:r>
            <a:r>
              <a:rPr lang="en-US" err="1">
                <a:latin typeface="Times New Roman"/>
                <a:ea typeface="Times New Roman"/>
                <a:cs typeface="Times New Roman"/>
                <a:sym typeface="Times New Roman"/>
              </a:rPr>
              <a:t>wishlist</a:t>
            </a:r>
            <a:r>
              <a:rPr lang="en-US">
                <a:latin typeface="Times New Roman"/>
                <a:ea typeface="Times New Roman"/>
                <a:cs typeface="Times New Roman"/>
                <a:sym typeface="Times New Roman"/>
              </a:rPr>
              <a:t> .Product Search &amp; Filtering – Keyword search, sorting </a:t>
            </a:r>
            <a:r>
              <a:rPr lang="en-US" err="1">
                <a:latin typeface="Times New Roman"/>
                <a:ea typeface="Times New Roman"/>
                <a:cs typeface="Times New Roman"/>
                <a:sym typeface="Times New Roman"/>
              </a:rPr>
              <a:t>options.Price</a:t>
            </a:r>
            <a:r>
              <a:rPr lang="en-US">
                <a:latin typeface="Times New Roman"/>
                <a:ea typeface="Times New Roman"/>
                <a:cs typeface="Times New Roman"/>
                <a:sym typeface="Times New Roman"/>
              </a:rPr>
              <a:t> Comparison – Collects, matches, and ranks prices from multiple </a:t>
            </a:r>
            <a:r>
              <a:rPr lang="en-US" err="1">
                <a:latin typeface="Times New Roman"/>
                <a:ea typeface="Times New Roman"/>
                <a:cs typeface="Times New Roman"/>
                <a:sym typeface="Times New Roman"/>
              </a:rPr>
              <a:t>vendors.Product</a:t>
            </a:r>
            <a:r>
              <a:rPr lang="en-US">
                <a:latin typeface="Times New Roman"/>
                <a:ea typeface="Times New Roman"/>
                <a:cs typeface="Times New Roman"/>
                <a:sym typeface="Times New Roman"/>
              </a:rPr>
              <a:t> Details – Displays product specs, images, reviews, and vendor </a:t>
            </a:r>
            <a:r>
              <a:rPr lang="en-US" err="1">
                <a:latin typeface="Times New Roman"/>
                <a:ea typeface="Times New Roman"/>
                <a:cs typeface="Times New Roman"/>
                <a:sym typeface="Times New Roman"/>
              </a:rPr>
              <a:t>links.Data</a:t>
            </a:r>
            <a:r>
              <a:rPr lang="en-US">
                <a:latin typeface="Times New Roman"/>
                <a:ea typeface="Times New Roman"/>
                <a:cs typeface="Times New Roman"/>
                <a:sym typeface="Times New Roman"/>
              </a:rPr>
              <a:t> Collection &amp; Integration – Uses web scraping/APIs to fetch updated prices..</a:t>
            </a:r>
            <a:endParaRPr/>
          </a:p>
        </p:txBody>
      </p:sp>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8"/>
          <p:cNvSpPr txBox="1">
            <a:spLocks noGrp="1"/>
          </p:cNvSpPr>
          <p:nvPr>
            <p:ph type="title"/>
          </p:nvPr>
        </p:nvSpPr>
        <p:spPr>
          <a:xfrm flipH="1">
            <a:off x="320764" y="697042"/>
            <a:ext cx="8256193" cy="929329"/>
          </a:xfrm>
          <a:prstGeom prst="rect">
            <a:avLst/>
          </a:prstGeom>
          <a:noFill/>
          <a:ln>
            <a:noFill/>
          </a:ln>
        </p:spPr>
        <p:txBody>
          <a:bodyPr spcFirstLastPara="1" wrap="square" lIns="91425" tIns="45700" rIns="91425" bIns="45700" anchor="b" anchorCtr="0">
            <a:noAutofit/>
          </a:bodyPr>
          <a:lstStyle/>
          <a:p>
            <a:pPr marL="0" lvl="0" indent="0" algn="l" rtl="0">
              <a:lnSpc>
                <a:spcPct val="150000"/>
              </a:lnSpc>
              <a:spcBef>
                <a:spcPts val="0"/>
              </a:spcBef>
              <a:spcAft>
                <a:spcPts val="0"/>
              </a:spcAft>
              <a:buClr>
                <a:schemeClr val="dk1"/>
              </a:buClr>
              <a:buSzPts val="1800"/>
              <a:buFont typeface="Times New Roman"/>
              <a:buNone/>
            </a:pPr>
            <a:r>
              <a:rPr lang="en-US" sz="1600">
                <a:latin typeface="Times New Roman"/>
                <a:ea typeface="Times New Roman"/>
                <a:cs typeface="Times New Roman"/>
                <a:sym typeface="Times New Roman"/>
              </a:rPr>
              <a:t> </a:t>
            </a:r>
            <a:br>
              <a:rPr lang="en-US" sz="1600">
                <a:latin typeface="Times New Roman"/>
                <a:ea typeface="Times New Roman"/>
                <a:cs typeface="Times New Roman"/>
                <a:sym typeface="Times New Roman"/>
              </a:rPr>
            </a:br>
            <a:r>
              <a:rPr lang="en-US" sz="1600" b="0">
                <a:latin typeface="Times New Roman"/>
                <a:ea typeface="Times New Roman"/>
                <a:cs typeface="Times New Roman"/>
                <a:sym typeface="Times New Roman"/>
              </a:rPr>
              <a:t>A data flow diagram shows the way information flows through a process or system. It includes data inputs and outputs, data stores, and the various sub processes the data moves through.</a:t>
            </a:r>
            <a:endParaRPr sz="1600"/>
          </a:p>
        </p:txBody>
      </p:sp>
      <p:pic>
        <p:nvPicPr>
          <p:cNvPr id="239" name="Google Shape;239;p18"/>
          <p:cNvPicPr preferRelativeResize="0">
            <a:picLocks noGrp="1"/>
          </p:cNvPicPr>
          <p:nvPr>
            <p:ph type="body" idx="1"/>
          </p:nvPr>
        </p:nvPicPr>
        <p:blipFill rotWithShape="1">
          <a:blip r:embed="rId3">
            <a:alphaModFix/>
          </a:blip>
          <a:srcRect/>
          <a:stretch/>
        </p:blipFill>
        <p:spPr>
          <a:xfrm>
            <a:off x="2502874" y="1580551"/>
            <a:ext cx="4138252" cy="3180886"/>
          </a:xfrm>
          <a:prstGeom prst="rect">
            <a:avLst/>
          </a:prstGeom>
          <a:noFill/>
          <a:ln>
            <a:noFill/>
          </a:ln>
        </p:spPr>
      </p:pic>
      <p:sp>
        <p:nvSpPr>
          <p:cNvPr id="2" name="TextBox 1">
            <a:extLst>
              <a:ext uri="{FF2B5EF4-FFF2-40B4-BE49-F238E27FC236}">
                <a16:creationId xmlns:a16="http://schemas.microsoft.com/office/drawing/2014/main" id="{EC8662B6-B39C-53D7-9484-EBD010F57DD5}"/>
              </a:ext>
            </a:extLst>
          </p:cNvPr>
          <p:cNvSpPr txBox="1"/>
          <p:nvPr/>
        </p:nvSpPr>
        <p:spPr>
          <a:xfrm>
            <a:off x="320764" y="404734"/>
            <a:ext cx="5203421" cy="400110"/>
          </a:xfrm>
          <a:prstGeom prst="rect">
            <a:avLst/>
          </a:prstGeom>
          <a:noFill/>
        </p:spPr>
        <p:txBody>
          <a:bodyPr wrap="square" rtlCol="0">
            <a:spAutoFit/>
          </a:bodyPr>
          <a:lstStyle/>
          <a:p>
            <a:r>
              <a:rPr lang="en-IN" sz="2000" b="1">
                <a:latin typeface="Times New Roman" panose="02020603050405020304" pitchFamily="18" charset="0"/>
                <a:cs typeface="Times New Roman" panose="02020603050405020304" pitchFamily="18" charset="0"/>
              </a:rPr>
              <a:t>5.3 Data Flow Diagram </a:t>
            </a:r>
          </a:p>
        </p:txBody>
      </p:sp>
      <p:sp>
        <p:nvSpPr>
          <p:cNvPr id="3" name="TextBox 2">
            <a:extLst>
              <a:ext uri="{FF2B5EF4-FFF2-40B4-BE49-F238E27FC236}">
                <a16:creationId xmlns:a16="http://schemas.microsoft.com/office/drawing/2014/main" id="{D445A308-015B-3078-777D-8A7678E1C4B8}"/>
              </a:ext>
            </a:extLst>
          </p:cNvPr>
          <p:cNvSpPr txBox="1"/>
          <p:nvPr/>
        </p:nvSpPr>
        <p:spPr>
          <a:xfrm>
            <a:off x="3782290" y="4738766"/>
            <a:ext cx="3196621" cy="307777"/>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Fig: Data Flow Diagram</a:t>
            </a:r>
          </a:p>
        </p:txBody>
      </p:sp>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9"/>
          <p:cNvSpPr txBox="1">
            <a:spLocks noGrp="1"/>
          </p:cNvSpPr>
          <p:nvPr>
            <p:ph type="title"/>
          </p:nvPr>
        </p:nvSpPr>
        <p:spPr>
          <a:xfrm>
            <a:off x="247338" y="521436"/>
            <a:ext cx="7920532" cy="1146946"/>
          </a:xfrm>
          <a:prstGeom prst="rect">
            <a:avLst/>
          </a:prstGeom>
          <a:noFill/>
          <a:ln>
            <a:noFill/>
          </a:ln>
        </p:spPr>
        <p:txBody>
          <a:bodyPr spcFirstLastPara="1" wrap="square" lIns="91425" tIns="45700" rIns="91425" bIns="45700" anchor="b" anchorCtr="0">
            <a:noAutofit/>
          </a:bodyPr>
          <a:lstStyle/>
          <a:p>
            <a:pPr marL="0" lvl="0" indent="0" algn="l" rtl="0">
              <a:lnSpc>
                <a:spcPct val="150000"/>
              </a:lnSpc>
              <a:spcBef>
                <a:spcPts val="0"/>
              </a:spcBef>
              <a:spcAft>
                <a:spcPts val="0"/>
              </a:spcAft>
              <a:buClr>
                <a:schemeClr val="dk1"/>
              </a:buClr>
              <a:buSzPts val="2000"/>
              <a:buFont typeface="Times New Roman"/>
              <a:buNone/>
            </a:pPr>
            <a:r>
              <a:rPr lang="en-US" sz="2000">
                <a:latin typeface="Times New Roman"/>
                <a:ea typeface="Times New Roman"/>
                <a:cs typeface="Times New Roman"/>
                <a:sym typeface="Times New Roman"/>
              </a:rPr>
              <a:t>Use case Diagram </a:t>
            </a:r>
            <a:br>
              <a:rPr lang="en-US" sz="2000">
                <a:latin typeface="Times New Roman"/>
                <a:ea typeface="Times New Roman"/>
                <a:cs typeface="Times New Roman"/>
                <a:sym typeface="Times New Roman"/>
              </a:rPr>
            </a:br>
            <a:r>
              <a:rPr lang="en-US" sz="1600" b="0">
                <a:latin typeface="Times New Roman"/>
                <a:ea typeface="Times New Roman"/>
                <a:cs typeface="Times New Roman"/>
                <a:sym typeface="Times New Roman"/>
              </a:rPr>
              <a:t>A Use Case Diagram in Unified Modeling Language (UML) is a visual representation that illustrates the interactions between users (actors) and a system. </a:t>
            </a:r>
            <a:endParaRPr/>
          </a:p>
        </p:txBody>
      </p:sp>
      <p:sp>
        <p:nvSpPr>
          <p:cNvPr id="2" name="TextBox 1">
            <a:extLst>
              <a:ext uri="{FF2B5EF4-FFF2-40B4-BE49-F238E27FC236}">
                <a16:creationId xmlns:a16="http://schemas.microsoft.com/office/drawing/2014/main" id="{721CE6DF-9BCF-A055-517E-305E7810A12A}"/>
              </a:ext>
            </a:extLst>
          </p:cNvPr>
          <p:cNvSpPr txBox="1"/>
          <p:nvPr/>
        </p:nvSpPr>
        <p:spPr>
          <a:xfrm>
            <a:off x="172388" y="107723"/>
            <a:ext cx="3755036" cy="400110"/>
          </a:xfrm>
          <a:prstGeom prst="rect">
            <a:avLst/>
          </a:prstGeom>
          <a:noFill/>
        </p:spPr>
        <p:txBody>
          <a:bodyPr wrap="square" rtlCol="0">
            <a:spAutoFit/>
          </a:bodyPr>
          <a:lstStyle/>
          <a:p>
            <a:r>
              <a:rPr lang="en-IN" sz="2000" b="1">
                <a:latin typeface="Times New Roman" panose="02020603050405020304" pitchFamily="18" charset="0"/>
                <a:cs typeface="Times New Roman" panose="02020603050405020304" pitchFamily="18" charset="0"/>
              </a:rPr>
              <a:t>5.4 UML Diagrams</a:t>
            </a:r>
          </a:p>
        </p:txBody>
      </p:sp>
      <p:sp>
        <p:nvSpPr>
          <p:cNvPr id="3" name="TextBox 2">
            <a:extLst>
              <a:ext uri="{FF2B5EF4-FFF2-40B4-BE49-F238E27FC236}">
                <a16:creationId xmlns:a16="http://schemas.microsoft.com/office/drawing/2014/main" id="{56FE27AA-183F-844D-E1AD-6387F384580E}"/>
              </a:ext>
            </a:extLst>
          </p:cNvPr>
          <p:cNvSpPr txBox="1"/>
          <p:nvPr/>
        </p:nvSpPr>
        <p:spPr>
          <a:xfrm>
            <a:off x="3695384" y="4835723"/>
            <a:ext cx="2761676" cy="307777"/>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Fig: Use case Diagram</a:t>
            </a:r>
          </a:p>
        </p:txBody>
      </p:sp>
      <p:pic>
        <p:nvPicPr>
          <p:cNvPr id="5" name="Picture 4" descr="A diagram of a shopping cart">
            <a:extLst>
              <a:ext uri="{FF2B5EF4-FFF2-40B4-BE49-F238E27FC236}">
                <a16:creationId xmlns:a16="http://schemas.microsoft.com/office/drawing/2014/main" id="{2F026201-E201-F997-816F-6AD22B599133}"/>
              </a:ext>
            </a:extLst>
          </p:cNvPr>
          <p:cNvPicPr>
            <a:picLocks noChangeAspect="1"/>
          </p:cNvPicPr>
          <p:nvPr/>
        </p:nvPicPr>
        <p:blipFill>
          <a:blip r:embed="rId3"/>
          <a:stretch>
            <a:fillRect/>
          </a:stretch>
        </p:blipFill>
        <p:spPr>
          <a:xfrm>
            <a:off x="2450892" y="1603947"/>
            <a:ext cx="4077324" cy="32317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1" name="Google Shape;251;p20"/>
          <p:cNvSpPr txBox="1">
            <a:spLocks noGrp="1"/>
          </p:cNvSpPr>
          <p:nvPr>
            <p:ph type="title"/>
          </p:nvPr>
        </p:nvSpPr>
        <p:spPr>
          <a:xfrm>
            <a:off x="304800" y="133350"/>
            <a:ext cx="7848600" cy="1200150"/>
          </a:xfrm>
          <a:prstGeom prst="rect">
            <a:avLst/>
          </a:prstGeom>
          <a:noFill/>
          <a:ln>
            <a:noFill/>
          </a:ln>
        </p:spPr>
        <p:txBody>
          <a:bodyPr spcFirstLastPara="1" wrap="square" lIns="91425" tIns="45700" rIns="91425" bIns="45700" anchor="b" anchorCtr="0">
            <a:noAutofit/>
          </a:bodyPr>
          <a:lstStyle/>
          <a:p>
            <a:pPr marL="0" lvl="0" indent="0" algn="l" rtl="0">
              <a:lnSpc>
                <a:spcPct val="150000"/>
              </a:lnSpc>
              <a:spcBef>
                <a:spcPts val="0"/>
              </a:spcBef>
              <a:spcAft>
                <a:spcPts val="0"/>
              </a:spcAft>
              <a:buClr>
                <a:schemeClr val="dk1"/>
              </a:buClr>
              <a:buSzPts val="1800"/>
              <a:buFont typeface="Times New Roman"/>
              <a:buNone/>
            </a:pPr>
            <a:r>
              <a:rPr lang="en-US" sz="2000">
                <a:latin typeface="Times New Roman"/>
                <a:ea typeface="Times New Roman"/>
                <a:cs typeface="Times New Roman"/>
                <a:sym typeface="Times New Roman"/>
              </a:rPr>
              <a:t>Class Diagram </a:t>
            </a:r>
            <a:br>
              <a:rPr lang="en-US" sz="1800">
                <a:latin typeface="Times New Roman"/>
                <a:ea typeface="Times New Roman"/>
                <a:cs typeface="Times New Roman"/>
                <a:sym typeface="Times New Roman"/>
              </a:rPr>
            </a:br>
            <a:r>
              <a:rPr lang="en-US" sz="1600" b="0">
                <a:latin typeface="Times New Roman"/>
                <a:ea typeface="Times New Roman"/>
                <a:cs typeface="Times New Roman"/>
                <a:sym typeface="Times New Roman"/>
              </a:rPr>
              <a:t>A UML class diagram is a visual tool that represents the structure of a system by showing its classes, attributes, methods, and the relationships between them. </a:t>
            </a:r>
            <a:endParaRPr/>
          </a:p>
        </p:txBody>
      </p:sp>
      <p:pic>
        <p:nvPicPr>
          <p:cNvPr id="2" name="Picture 1">
            <a:extLst>
              <a:ext uri="{FF2B5EF4-FFF2-40B4-BE49-F238E27FC236}">
                <a16:creationId xmlns:a16="http://schemas.microsoft.com/office/drawing/2014/main" id="{07EDE9F9-782F-4C83-D06F-EAC57CFFC79E}"/>
              </a:ext>
            </a:extLst>
          </p:cNvPr>
          <p:cNvPicPr>
            <a:picLocks noChangeAspect="1"/>
          </p:cNvPicPr>
          <p:nvPr/>
        </p:nvPicPr>
        <p:blipFill>
          <a:blip r:embed="rId3"/>
          <a:stretch>
            <a:fillRect/>
          </a:stretch>
        </p:blipFill>
        <p:spPr>
          <a:xfrm>
            <a:off x="1292116" y="1325943"/>
            <a:ext cx="6096528" cy="3346994"/>
          </a:xfrm>
          <a:prstGeom prst="rect">
            <a:avLst/>
          </a:prstGeom>
        </p:spPr>
      </p:pic>
      <p:sp>
        <p:nvSpPr>
          <p:cNvPr id="4" name="TextBox 3">
            <a:extLst>
              <a:ext uri="{FF2B5EF4-FFF2-40B4-BE49-F238E27FC236}">
                <a16:creationId xmlns:a16="http://schemas.microsoft.com/office/drawing/2014/main" id="{7AD4D512-E078-41FB-1914-BADDB89B9ED5}"/>
              </a:ext>
            </a:extLst>
          </p:cNvPr>
          <p:cNvSpPr txBox="1"/>
          <p:nvPr/>
        </p:nvSpPr>
        <p:spPr>
          <a:xfrm>
            <a:off x="3483788" y="4680494"/>
            <a:ext cx="2350235" cy="307777"/>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Fig:Class Diagram</a:t>
            </a:r>
          </a:p>
        </p:txBody>
      </p:sp>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2"/>
          <p:cNvSpPr txBox="1">
            <a:spLocks noGrp="1"/>
          </p:cNvSpPr>
          <p:nvPr>
            <p:ph type="title"/>
          </p:nvPr>
        </p:nvSpPr>
        <p:spPr>
          <a:xfrm flipH="1">
            <a:off x="334537" y="446049"/>
            <a:ext cx="8415452" cy="1183296"/>
          </a:xfrm>
          <a:prstGeom prst="rect">
            <a:avLst/>
          </a:prstGeom>
          <a:noFill/>
          <a:ln>
            <a:noFill/>
          </a:ln>
        </p:spPr>
        <p:txBody>
          <a:bodyPr spcFirstLastPara="1" wrap="square" lIns="91425" tIns="45700" rIns="91425" bIns="45700" anchor="b" anchorCtr="0">
            <a:noAutofit/>
          </a:bodyPr>
          <a:lstStyle/>
          <a:p>
            <a:pPr marL="0" lvl="0" indent="0" algn="just" rtl="0">
              <a:lnSpc>
                <a:spcPct val="150000"/>
              </a:lnSpc>
              <a:spcBef>
                <a:spcPts val="0"/>
              </a:spcBef>
              <a:spcAft>
                <a:spcPts val="0"/>
              </a:spcAft>
              <a:buClr>
                <a:schemeClr val="dk1"/>
              </a:buClr>
              <a:buSzPts val="1800"/>
              <a:buFont typeface="Times New Roman"/>
              <a:buNone/>
            </a:pPr>
            <a:br>
              <a:rPr lang="en-US">
                <a:latin typeface="Times New Roman"/>
                <a:ea typeface="Times New Roman"/>
                <a:cs typeface="Times New Roman"/>
                <a:sym typeface="Times New Roman"/>
              </a:rPr>
            </a:br>
            <a:r>
              <a:rPr lang="en-US" sz="1600" b="0">
                <a:latin typeface="Times New Roman"/>
                <a:ea typeface="Times New Roman"/>
                <a:cs typeface="Times New Roman"/>
                <a:sym typeface="Times New Roman"/>
              </a:rPr>
              <a:t>A sequence diagram in Unified Modeling Language (UML) is a diagram that shows how objects interact over time. It’s a type of interaction diagram that illustrates the order and timing of messages between objects in a system. </a:t>
            </a:r>
            <a:endParaRPr/>
          </a:p>
        </p:txBody>
      </p:sp>
      <p:sp>
        <p:nvSpPr>
          <p:cNvPr id="2" name="TextBox 1">
            <a:extLst>
              <a:ext uri="{FF2B5EF4-FFF2-40B4-BE49-F238E27FC236}">
                <a16:creationId xmlns:a16="http://schemas.microsoft.com/office/drawing/2014/main" id="{03155D8A-DE9F-6487-E0DC-9B525478B88B}"/>
              </a:ext>
            </a:extLst>
          </p:cNvPr>
          <p:cNvSpPr txBox="1"/>
          <p:nvPr/>
        </p:nvSpPr>
        <p:spPr>
          <a:xfrm>
            <a:off x="267629" y="185854"/>
            <a:ext cx="2601951" cy="400110"/>
          </a:xfrm>
          <a:prstGeom prst="rect">
            <a:avLst/>
          </a:prstGeom>
          <a:noFill/>
        </p:spPr>
        <p:txBody>
          <a:bodyPr wrap="square" rtlCol="0">
            <a:spAutoFit/>
          </a:bodyPr>
          <a:lstStyle/>
          <a:p>
            <a:r>
              <a:rPr lang="en-US" sz="2000" b="1">
                <a:latin typeface="Times New Roman"/>
                <a:ea typeface="Times New Roman"/>
                <a:cs typeface="Times New Roman"/>
                <a:sym typeface="Times New Roman"/>
              </a:rPr>
              <a:t>Sequence Diagram</a:t>
            </a:r>
            <a:endParaRPr lang="en-IN" sz="2000" b="1"/>
          </a:p>
        </p:txBody>
      </p:sp>
      <p:sp>
        <p:nvSpPr>
          <p:cNvPr id="3" name="TextBox 2">
            <a:extLst>
              <a:ext uri="{FF2B5EF4-FFF2-40B4-BE49-F238E27FC236}">
                <a16:creationId xmlns:a16="http://schemas.microsoft.com/office/drawing/2014/main" id="{1F5F97B6-EC61-75FD-25A5-6F2B4B932EBA}"/>
              </a:ext>
            </a:extLst>
          </p:cNvPr>
          <p:cNvSpPr txBox="1"/>
          <p:nvPr/>
        </p:nvSpPr>
        <p:spPr>
          <a:xfrm>
            <a:off x="3238184" y="4768483"/>
            <a:ext cx="2350235" cy="307777"/>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Fig:Sequence Diagram</a:t>
            </a:r>
          </a:p>
        </p:txBody>
      </p:sp>
      <p:pic>
        <p:nvPicPr>
          <p:cNvPr id="11" name="Picture 10" descr="A screenshot of a computer screen&#10;&#10;AI-generated content may be incorrect.">
            <a:extLst>
              <a:ext uri="{FF2B5EF4-FFF2-40B4-BE49-F238E27FC236}">
                <a16:creationId xmlns:a16="http://schemas.microsoft.com/office/drawing/2014/main" id="{9ECEFED8-08AA-0985-7033-5D44688CE010}"/>
              </a:ext>
            </a:extLst>
          </p:cNvPr>
          <p:cNvPicPr>
            <a:picLocks noChangeAspect="1"/>
          </p:cNvPicPr>
          <p:nvPr/>
        </p:nvPicPr>
        <p:blipFill>
          <a:blip r:embed="rId3"/>
          <a:stretch>
            <a:fillRect/>
          </a:stretch>
        </p:blipFill>
        <p:spPr>
          <a:xfrm>
            <a:off x="873801" y="1731937"/>
            <a:ext cx="7201524" cy="293395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3"/>
          <p:cNvSpPr txBox="1">
            <a:spLocks noGrp="1"/>
          </p:cNvSpPr>
          <p:nvPr>
            <p:ph type="title"/>
          </p:nvPr>
        </p:nvSpPr>
        <p:spPr>
          <a:xfrm>
            <a:off x="275062" y="-684416"/>
            <a:ext cx="8593873" cy="2014235"/>
          </a:xfrm>
          <a:prstGeom prst="rect">
            <a:avLst/>
          </a:prstGeom>
          <a:noFill/>
          <a:ln>
            <a:noFill/>
          </a:ln>
        </p:spPr>
        <p:txBody>
          <a:bodyPr spcFirstLastPara="1" wrap="square" lIns="91425" tIns="45700" rIns="91425" bIns="45700" anchor="b" anchorCtr="0">
            <a:noAutofit/>
          </a:bodyPr>
          <a:lstStyle/>
          <a:p>
            <a:pPr marL="0" lvl="0" indent="0" algn="l" rtl="0">
              <a:lnSpc>
                <a:spcPct val="150000"/>
              </a:lnSpc>
              <a:spcBef>
                <a:spcPts val="0"/>
              </a:spcBef>
              <a:spcAft>
                <a:spcPts val="0"/>
              </a:spcAft>
              <a:buClr>
                <a:schemeClr val="dk1"/>
              </a:buClr>
              <a:buSzPts val="1800"/>
              <a:buFont typeface="Times New Roman"/>
              <a:buNone/>
            </a:pPr>
            <a:r>
              <a:rPr lang="en-US" sz="2000">
                <a:latin typeface="Times New Roman"/>
                <a:ea typeface="Times New Roman"/>
                <a:cs typeface="Times New Roman"/>
                <a:sym typeface="Times New Roman"/>
              </a:rPr>
              <a:t>Collaboration Diagram </a:t>
            </a:r>
            <a:br>
              <a:rPr lang="en-US" sz="1800">
                <a:latin typeface="Times New Roman"/>
                <a:ea typeface="Times New Roman"/>
                <a:cs typeface="Times New Roman"/>
                <a:sym typeface="Times New Roman"/>
              </a:rPr>
            </a:br>
            <a:r>
              <a:rPr lang="en-US" sz="1600" b="0">
                <a:latin typeface="Times New Roman"/>
                <a:ea typeface="Times New Roman"/>
                <a:cs typeface="Times New Roman"/>
                <a:sym typeface="Times New Roman"/>
              </a:rPr>
              <a:t>In UML diagrams, a collaboration is a type of structured classifier in which roles and attributes co-operate to define the internal structure of a classifier</a:t>
            </a:r>
            <a:endParaRPr/>
          </a:p>
        </p:txBody>
      </p:sp>
      <p:pic>
        <p:nvPicPr>
          <p:cNvPr id="3" name="Picture 2" descr="A diagram of a process">
            <a:extLst>
              <a:ext uri="{FF2B5EF4-FFF2-40B4-BE49-F238E27FC236}">
                <a16:creationId xmlns:a16="http://schemas.microsoft.com/office/drawing/2014/main" id="{B89AFE17-1376-E11D-32F6-AED0C796AF6F}"/>
              </a:ext>
            </a:extLst>
          </p:cNvPr>
          <p:cNvPicPr>
            <a:picLocks noChangeAspect="1"/>
          </p:cNvPicPr>
          <p:nvPr/>
        </p:nvPicPr>
        <p:blipFill>
          <a:blip r:embed="rId3"/>
          <a:stretch>
            <a:fillRect/>
          </a:stretch>
        </p:blipFill>
        <p:spPr>
          <a:xfrm>
            <a:off x="1001720" y="1269395"/>
            <a:ext cx="7140559" cy="3551403"/>
          </a:xfrm>
          <a:prstGeom prst="rect">
            <a:avLst/>
          </a:prstGeom>
        </p:spPr>
      </p:pic>
      <p:sp>
        <p:nvSpPr>
          <p:cNvPr id="2" name="TextBox 1">
            <a:extLst>
              <a:ext uri="{FF2B5EF4-FFF2-40B4-BE49-F238E27FC236}">
                <a16:creationId xmlns:a16="http://schemas.microsoft.com/office/drawing/2014/main" id="{8D57EFE4-15DC-C240-148B-E41AB483F9D1}"/>
              </a:ext>
            </a:extLst>
          </p:cNvPr>
          <p:cNvSpPr txBox="1"/>
          <p:nvPr/>
        </p:nvSpPr>
        <p:spPr>
          <a:xfrm>
            <a:off x="3257078" y="4820798"/>
            <a:ext cx="2924568" cy="307777"/>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Fig:Collaboration Diagram</a:t>
            </a:r>
          </a:p>
        </p:txBody>
      </p:sp>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xfrm>
            <a:off x="360556" y="562556"/>
            <a:ext cx="8422887" cy="1085385"/>
          </a:xfrm>
          <a:prstGeom prst="rect">
            <a:avLst/>
          </a:prstGeom>
          <a:noFill/>
          <a:ln>
            <a:noFill/>
          </a:ln>
        </p:spPr>
        <p:txBody>
          <a:bodyPr spcFirstLastPara="1" wrap="square" lIns="91425" tIns="45700" rIns="91425" bIns="45700" anchor="b" anchorCtr="0">
            <a:noAutofit/>
          </a:bodyPr>
          <a:lstStyle/>
          <a:p>
            <a:pPr marL="0" lvl="0" indent="0" algn="just" rtl="0">
              <a:lnSpc>
                <a:spcPct val="150000"/>
              </a:lnSpc>
              <a:spcBef>
                <a:spcPts val="0"/>
              </a:spcBef>
              <a:spcAft>
                <a:spcPts val="0"/>
              </a:spcAft>
              <a:buClr>
                <a:schemeClr val="dk1"/>
              </a:buClr>
              <a:buSzPts val="1600"/>
              <a:buFont typeface="Times New Roman"/>
              <a:buNone/>
            </a:pPr>
            <a:r>
              <a:rPr lang="en-US" sz="1600" b="0">
                <a:latin typeface="Times New Roman"/>
                <a:ea typeface="Times New Roman"/>
                <a:cs typeface="Times New Roman"/>
                <a:sym typeface="Times New Roman"/>
              </a:rPr>
              <a:t>An activity diagram in Unified Modeling Language (UML) is a flowchart that shows how activities flow through a system or process. It's a type of behavior diagram that models how a system should behave. </a:t>
            </a:r>
            <a:endParaRPr sz="1600">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26D0A39B-BDF7-99ED-9A61-C8814ED0FDC2}"/>
              </a:ext>
            </a:extLst>
          </p:cNvPr>
          <p:cNvSpPr txBox="1"/>
          <p:nvPr/>
        </p:nvSpPr>
        <p:spPr>
          <a:xfrm>
            <a:off x="360556" y="94432"/>
            <a:ext cx="2824976" cy="400110"/>
          </a:xfrm>
          <a:prstGeom prst="rect">
            <a:avLst/>
          </a:prstGeom>
          <a:noFill/>
        </p:spPr>
        <p:txBody>
          <a:bodyPr wrap="square" rtlCol="0">
            <a:spAutoFit/>
          </a:bodyPr>
          <a:lstStyle/>
          <a:p>
            <a:r>
              <a:rPr lang="en-US" sz="2000" b="1">
                <a:latin typeface="Times New Roman"/>
                <a:ea typeface="Times New Roman"/>
                <a:cs typeface="Times New Roman"/>
                <a:sym typeface="Times New Roman"/>
              </a:rPr>
              <a:t>Activity Diagram</a:t>
            </a:r>
            <a:endParaRPr lang="en-IN" sz="2000" b="1"/>
          </a:p>
        </p:txBody>
      </p:sp>
      <p:sp>
        <p:nvSpPr>
          <p:cNvPr id="3" name="TextBox 2">
            <a:extLst>
              <a:ext uri="{FF2B5EF4-FFF2-40B4-BE49-F238E27FC236}">
                <a16:creationId xmlns:a16="http://schemas.microsoft.com/office/drawing/2014/main" id="{7FE063BB-6FDC-5A27-8EC8-88D5BAE802C5}"/>
              </a:ext>
            </a:extLst>
          </p:cNvPr>
          <p:cNvSpPr txBox="1"/>
          <p:nvPr/>
        </p:nvSpPr>
        <p:spPr>
          <a:xfrm>
            <a:off x="3253298" y="4580944"/>
            <a:ext cx="2637402" cy="307777"/>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Fig: Activity Diagram</a:t>
            </a:r>
          </a:p>
        </p:txBody>
      </p:sp>
      <p:pic>
        <p:nvPicPr>
          <p:cNvPr id="5" name="Picture 4" descr="A diagram of a product">
            <a:extLst>
              <a:ext uri="{FF2B5EF4-FFF2-40B4-BE49-F238E27FC236}">
                <a16:creationId xmlns:a16="http://schemas.microsoft.com/office/drawing/2014/main" id="{28B9B0EF-D0D1-7EFD-217D-5D52AF1ABCD6}"/>
              </a:ext>
            </a:extLst>
          </p:cNvPr>
          <p:cNvPicPr>
            <a:picLocks noChangeAspect="1"/>
          </p:cNvPicPr>
          <p:nvPr/>
        </p:nvPicPr>
        <p:blipFill>
          <a:blip r:embed="rId3"/>
          <a:stretch>
            <a:fillRect/>
          </a:stretch>
        </p:blipFill>
        <p:spPr>
          <a:xfrm>
            <a:off x="2810623" y="1212557"/>
            <a:ext cx="2546561" cy="325451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4"/>
          <p:cNvSpPr txBox="1">
            <a:spLocks noGrp="1"/>
          </p:cNvSpPr>
          <p:nvPr>
            <p:ph type="title"/>
          </p:nvPr>
        </p:nvSpPr>
        <p:spPr>
          <a:xfrm>
            <a:off x="367804" y="-1848880"/>
            <a:ext cx="8868937" cy="3299704"/>
          </a:xfrm>
          <a:prstGeom prst="rect">
            <a:avLst/>
          </a:prstGeom>
          <a:noFill/>
          <a:ln>
            <a:noFill/>
          </a:ln>
        </p:spPr>
        <p:txBody>
          <a:bodyPr spcFirstLastPara="1" wrap="square" lIns="91425" tIns="45700" rIns="91425" bIns="45700" anchor="b" anchorCtr="0">
            <a:noAutofit/>
          </a:bodyPr>
          <a:lstStyle/>
          <a:p>
            <a:pPr marL="0" lvl="0" indent="0" algn="l" rtl="0">
              <a:lnSpc>
                <a:spcPct val="150000"/>
              </a:lnSpc>
              <a:spcBef>
                <a:spcPts val="0"/>
              </a:spcBef>
              <a:spcAft>
                <a:spcPts val="0"/>
              </a:spcAft>
              <a:buClr>
                <a:schemeClr val="dk1"/>
              </a:buClr>
              <a:buSzPts val="1800"/>
              <a:buFont typeface="Times New Roman"/>
              <a:buNone/>
            </a:pPr>
            <a:r>
              <a:rPr lang="en-US" sz="2000">
                <a:latin typeface="Times New Roman"/>
                <a:ea typeface="Times New Roman"/>
                <a:cs typeface="Times New Roman"/>
                <a:sym typeface="Times New Roman"/>
              </a:rPr>
              <a:t>Component</a:t>
            </a:r>
            <a:r>
              <a:rPr lang="en-US" sz="18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Diagram</a:t>
            </a: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r>
              <a:rPr lang="en-US" sz="1600" b="0">
                <a:latin typeface="Times New Roman"/>
                <a:ea typeface="Times New Roman"/>
                <a:cs typeface="Times New Roman"/>
                <a:sym typeface="Times New Roman"/>
              </a:rPr>
              <a:t>Component diagrams show the structure of the software system, which describes the software components, their interfaces, and their dependencies</a:t>
            </a:r>
            <a:endParaRPr/>
          </a:p>
        </p:txBody>
      </p:sp>
      <p:pic>
        <p:nvPicPr>
          <p:cNvPr id="275" name="Google Shape;275;p24"/>
          <p:cNvPicPr preferRelativeResize="0">
            <a:picLocks noGrp="1"/>
          </p:cNvPicPr>
          <p:nvPr>
            <p:ph type="body" idx="1"/>
          </p:nvPr>
        </p:nvPicPr>
        <p:blipFill rotWithShape="1">
          <a:blip r:embed="rId3">
            <a:alphaModFix/>
          </a:blip>
          <a:srcRect/>
          <a:stretch/>
        </p:blipFill>
        <p:spPr>
          <a:xfrm>
            <a:off x="1978725" y="1385728"/>
            <a:ext cx="4861598" cy="3048000"/>
          </a:xfrm>
          <a:prstGeom prst="rect">
            <a:avLst/>
          </a:prstGeom>
          <a:noFill/>
          <a:ln>
            <a:noFill/>
          </a:ln>
        </p:spPr>
      </p:pic>
      <p:sp>
        <p:nvSpPr>
          <p:cNvPr id="2" name="TextBox 1">
            <a:extLst>
              <a:ext uri="{FF2B5EF4-FFF2-40B4-BE49-F238E27FC236}">
                <a16:creationId xmlns:a16="http://schemas.microsoft.com/office/drawing/2014/main" id="{9D856F4E-9DBC-D5AD-8BD1-BE06B9FA1D1C}"/>
              </a:ext>
            </a:extLst>
          </p:cNvPr>
          <p:cNvSpPr txBox="1"/>
          <p:nvPr/>
        </p:nvSpPr>
        <p:spPr>
          <a:xfrm>
            <a:off x="3297004" y="4531543"/>
            <a:ext cx="2743200" cy="307777"/>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Fig:Component Daigram</a:t>
            </a:r>
          </a:p>
        </p:txBody>
      </p:sp>
    </p:spTree>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5"/>
          <p:cNvSpPr txBox="1">
            <a:spLocks noGrp="1"/>
          </p:cNvSpPr>
          <p:nvPr>
            <p:ph type="title"/>
          </p:nvPr>
        </p:nvSpPr>
        <p:spPr>
          <a:xfrm>
            <a:off x="423746" y="349045"/>
            <a:ext cx="8311376" cy="1092104"/>
          </a:xfrm>
          <a:prstGeom prst="rect">
            <a:avLst/>
          </a:prstGeom>
          <a:noFill/>
          <a:ln>
            <a:noFill/>
          </a:ln>
        </p:spPr>
        <p:txBody>
          <a:bodyPr spcFirstLastPara="1" wrap="square" lIns="91425" tIns="45700" rIns="91425" bIns="45700" anchor="b" anchorCtr="0">
            <a:noAutofit/>
          </a:bodyPr>
          <a:lstStyle/>
          <a:p>
            <a:pPr marL="0" lvl="0" indent="0" algn="l" rtl="0">
              <a:lnSpc>
                <a:spcPct val="150000"/>
              </a:lnSpc>
              <a:spcBef>
                <a:spcPts val="0"/>
              </a:spcBef>
              <a:spcAft>
                <a:spcPts val="0"/>
              </a:spcAft>
              <a:buClr>
                <a:schemeClr val="dk1"/>
              </a:buClr>
              <a:buSzPts val="1800"/>
              <a:buFont typeface="Times New Roman"/>
              <a:buNone/>
            </a:pPr>
            <a:r>
              <a:rPr lang="en-US" sz="2000">
                <a:latin typeface="Times New Roman"/>
                <a:ea typeface="Times New Roman"/>
                <a:cs typeface="Times New Roman"/>
                <a:sym typeface="Times New Roman"/>
              </a:rPr>
              <a:t>Deployment</a:t>
            </a:r>
            <a:r>
              <a:rPr lang="en-US" sz="18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Diagram</a:t>
            </a:r>
            <a:r>
              <a:rPr lang="en-US">
                <a:latin typeface="Times New Roman"/>
                <a:ea typeface="Times New Roman"/>
                <a:cs typeface="Times New Roman"/>
                <a:sym typeface="Times New Roman"/>
              </a:rPr>
              <a:t> </a:t>
            </a:r>
            <a:br>
              <a:rPr lang="en-US">
                <a:latin typeface="Times New Roman"/>
                <a:ea typeface="Times New Roman"/>
                <a:cs typeface="Times New Roman"/>
                <a:sym typeface="Times New Roman"/>
              </a:rPr>
            </a:br>
            <a:r>
              <a:rPr lang="en-US" sz="1600" b="0">
                <a:latin typeface="Times New Roman"/>
                <a:ea typeface="Times New Roman"/>
                <a:cs typeface="Times New Roman"/>
                <a:sym typeface="Times New Roman"/>
              </a:rPr>
              <a:t>A deployment diagram shows components and artifacts in relation to where they are used in the deployed system.</a:t>
            </a:r>
            <a:endParaRPr/>
          </a:p>
        </p:txBody>
      </p:sp>
      <p:sp>
        <p:nvSpPr>
          <p:cNvPr id="2" name="TextBox 1">
            <a:extLst>
              <a:ext uri="{FF2B5EF4-FFF2-40B4-BE49-F238E27FC236}">
                <a16:creationId xmlns:a16="http://schemas.microsoft.com/office/drawing/2014/main" id="{F70812FA-43ED-A141-03DF-EE5CD3A09660}"/>
              </a:ext>
            </a:extLst>
          </p:cNvPr>
          <p:cNvSpPr txBox="1"/>
          <p:nvPr/>
        </p:nvSpPr>
        <p:spPr>
          <a:xfrm>
            <a:off x="2909455" y="4752414"/>
            <a:ext cx="2546717" cy="307777"/>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Fig:Deployment Diagram</a:t>
            </a:r>
          </a:p>
        </p:txBody>
      </p:sp>
      <p:pic>
        <p:nvPicPr>
          <p:cNvPr id="6" name="Picture 6">
            <a:extLst>
              <a:ext uri="{FF2B5EF4-FFF2-40B4-BE49-F238E27FC236}">
                <a16:creationId xmlns:a16="http://schemas.microsoft.com/office/drawing/2014/main" id="{F9664B53-DB40-7171-3A4E-A53E189046B7}"/>
              </a:ext>
            </a:extLst>
          </p:cNvPr>
          <p:cNvPicPr>
            <a:picLocks noChangeAspect="1"/>
          </p:cNvPicPr>
          <p:nvPr/>
        </p:nvPicPr>
        <p:blipFill>
          <a:blip r:embed="rId3"/>
          <a:stretch>
            <a:fillRect/>
          </a:stretch>
        </p:blipFill>
        <p:spPr>
          <a:xfrm>
            <a:off x="1306287" y="1649217"/>
            <a:ext cx="5456464" cy="289512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Tm="1000"/>
    </mc:Choice>
    <mc:Fallback xmlns="">
      <p:transition advTm="1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FCD1C-873A-B24F-E9FA-187D85FC1A79}"/>
              </a:ext>
            </a:extLst>
          </p:cNvPr>
          <p:cNvSpPr>
            <a:spLocks noGrp="1"/>
          </p:cNvSpPr>
          <p:nvPr>
            <p:ph type="title"/>
          </p:nvPr>
        </p:nvSpPr>
        <p:spPr>
          <a:xfrm>
            <a:off x="2668248" y="349045"/>
            <a:ext cx="5713751" cy="317705"/>
          </a:xfrm>
        </p:spPr>
        <p:txBody>
          <a:bodyPr/>
          <a:lstStyle/>
          <a:p>
            <a:r>
              <a:rPr lang="en-US" sz="2400"/>
              <a:t>6.IMPLEMENTATION</a:t>
            </a:r>
            <a:endParaRPr lang="en-IN" sz="2400"/>
          </a:p>
        </p:txBody>
      </p:sp>
      <p:sp>
        <p:nvSpPr>
          <p:cNvPr id="6" name="TextBox 5">
            <a:extLst>
              <a:ext uri="{FF2B5EF4-FFF2-40B4-BE49-F238E27FC236}">
                <a16:creationId xmlns:a16="http://schemas.microsoft.com/office/drawing/2014/main" id="{4BD99BB7-DECD-B3EF-9B0F-365B034E9CA8}"/>
              </a:ext>
            </a:extLst>
          </p:cNvPr>
          <p:cNvSpPr txBox="1"/>
          <p:nvPr/>
        </p:nvSpPr>
        <p:spPr>
          <a:xfrm>
            <a:off x="434975" y="761559"/>
            <a:ext cx="3215391" cy="400110"/>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6.1 Algorithms Used</a:t>
            </a:r>
            <a:endParaRPr lang="en-IN" sz="2000" b="1">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50FC80BA-FFB5-23B1-9194-600401C312C3}"/>
              </a:ext>
            </a:extLst>
          </p:cNvPr>
          <p:cNvSpPr>
            <a:spLocks noGrp="1" noChangeArrowheads="1"/>
          </p:cNvSpPr>
          <p:nvPr>
            <p:ph type="body" idx="1"/>
          </p:nvPr>
        </p:nvSpPr>
        <p:spPr bwMode="auto">
          <a:xfrm>
            <a:off x="434975" y="788773"/>
            <a:ext cx="736213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1.Search Algorithm (Basic String Matching).
To filter and display products based on the search query..
2.Dynamic DOM (Document Object Model) Manipulation:
Display products dynamically after search.
3.Data Normalization
The database schema is normalized to prevent data redundancy.
Products are stored with consistent attributes (store, description, price, link, etc.).
</a:t>
            </a:r>
          </a:p>
        </p:txBody>
      </p:sp>
    </p:spTree>
    <p:extLst>
      <p:ext uri="{BB962C8B-B14F-4D97-AF65-F5344CB8AC3E}">
        <p14:creationId xmlns:p14="http://schemas.microsoft.com/office/powerpoint/2010/main" val="3547193710"/>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51A5E3A-9DE7-64F9-68C2-C4072C269AB4}"/>
              </a:ext>
            </a:extLst>
          </p:cNvPr>
          <p:cNvSpPr>
            <a:spLocks noGrp="1" noChangeArrowheads="1"/>
          </p:cNvSpPr>
          <p:nvPr>
            <p:ph type="body" idx="1"/>
          </p:nvPr>
        </p:nvSpPr>
        <p:spPr bwMode="auto">
          <a:xfrm>
            <a:off x="344627" y="484845"/>
            <a:ext cx="798597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4.Carousel Algorithm
Creates a carousel or slider to display images or content in a rotating manner.
Use HTML structure for slides (e.g., &lt;div&gt; elements) containing images or content.
CSS for styling the slides and defining their positions.
JavaScript for implementing the carousel functionality.
5.Web Scrapping algorithms Parsing Algorithms(Beautiful Soup) 
These tools extract product details, prices, and stock availability from multiple e-commerce websites</a:t>
            </a:r>
            <a:endParaRPr 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6764943"/>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D6AE71-6944-2917-ED99-B93369CA5079}"/>
              </a:ext>
            </a:extLst>
          </p:cNvPr>
          <p:cNvSpPr txBox="1"/>
          <p:nvPr/>
        </p:nvSpPr>
        <p:spPr>
          <a:xfrm>
            <a:off x="425346" y="138910"/>
            <a:ext cx="4032354" cy="400110"/>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6.2 Sample Code</a:t>
            </a:r>
            <a:endParaRPr lang="en-IN" sz="2000" b="1">
              <a:latin typeface="Times New Roman" panose="02020603050405020304" pitchFamily="18" charset="0"/>
              <a:cs typeface="Times New Roman" panose="02020603050405020304" pitchFamily="18" charset="0"/>
            </a:endParaRPr>
          </a:p>
        </p:txBody>
      </p:sp>
      <p:pic>
        <p:nvPicPr>
          <p:cNvPr id="12" name="Picture 11" descr="A screen shot of a computer">
            <a:extLst>
              <a:ext uri="{FF2B5EF4-FFF2-40B4-BE49-F238E27FC236}">
                <a16:creationId xmlns:a16="http://schemas.microsoft.com/office/drawing/2014/main" id="{B0B74059-E226-26B4-B1D1-C6A499339930}"/>
              </a:ext>
            </a:extLst>
          </p:cNvPr>
          <p:cNvPicPr>
            <a:picLocks noChangeAspect="1"/>
          </p:cNvPicPr>
          <p:nvPr/>
        </p:nvPicPr>
        <p:blipFill>
          <a:blip r:embed="rId2"/>
          <a:stretch>
            <a:fillRect/>
          </a:stretch>
        </p:blipFill>
        <p:spPr>
          <a:xfrm>
            <a:off x="602165" y="964216"/>
            <a:ext cx="8018203" cy="3795353"/>
          </a:xfrm>
          <a:prstGeom prst="rect">
            <a:avLst/>
          </a:prstGeom>
        </p:spPr>
      </p:pic>
      <p:sp>
        <p:nvSpPr>
          <p:cNvPr id="13" name="TextBox 12">
            <a:extLst>
              <a:ext uri="{FF2B5EF4-FFF2-40B4-BE49-F238E27FC236}">
                <a16:creationId xmlns:a16="http://schemas.microsoft.com/office/drawing/2014/main" id="{2D608D6E-C8B1-9AE7-EA66-D5AFD1E58E4E}"/>
              </a:ext>
            </a:extLst>
          </p:cNvPr>
          <p:cNvSpPr txBox="1"/>
          <p:nvPr/>
        </p:nvSpPr>
        <p:spPr>
          <a:xfrm>
            <a:off x="492254" y="539020"/>
            <a:ext cx="3685737" cy="338554"/>
          </a:xfrm>
          <a:prstGeom prst="rect">
            <a:avLst/>
          </a:prstGeom>
          <a:noFill/>
        </p:spPr>
        <p:txBody>
          <a:bodyPr wrap="square" rtlCol="0">
            <a:spAutoFit/>
          </a:bodyPr>
          <a:lstStyle/>
          <a:p>
            <a:r>
              <a:rPr lang="en-IN" sz="1600">
                <a:latin typeface="Times New Roman" panose="02020603050405020304" pitchFamily="18" charset="0"/>
                <a:cs typeface="Times New Roman" panose="02020603050405020304" pitchFamily="18" charset="0"/>
              </a:rPr>
              <a:t>Login page</a:t>
            </a:r>
          </a:p>
        </p:txBody>
      </p:sp>
    </p:spTree>
    <p:extLst>
      <p:ext uri="{BB962C8B-B14F-4D97-AF65-F5344CB8AC3E}">
        <p14:creationId xmlns:p14="http://schemas.microsoft.com/office/powerpoint/2010/main" val="3781135110"/>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 program">
            <a:extLst>
              <a:ext uri="{FF2B5EF4-FFF2-40B4-BE49-F238E27FC236}">
                <a16:creationId xmlns:a16="http://schemas.microsoft.com/office/drawing/2014/main" id="{914F7229-28ED-8335-1307-761417774F47}"/>
              </a:ext>
            </a:extLst>
          </p:cNvPr>
          <p:cNvPicPr>
            <a:picLocks noChangeAspect="1"/>
          </p:cNvPicPr>
          <p:nvPr/>
        </p:nvPicPr>
        <p:blipFill>
          <a:blip r:embed="rId2"/>
          <a:stretch>
            <a:fillRect/>
          </a:stretch>
        </p:blipFill>
        <p:spPr>
          <a:xfrm>
            <a:off x="550127" y="349405"/>
            <a:ext cx="8118088" cy="4438185"/>
          </a:xfrm>
          <a:prstGeom prst="rect">
            <a:avLst/>
          </a:prstGeom>
        </p:spPr>
      </p:pic>
    </p:spTree>
    <p:extLst>
      <p:ext uri="{BB962C8B-B14F-4D97-AF65-F5344CB8AC3E}">
        <p14:creationId xmlns:p14="http://schemas.microsoft.com/office/powerpoint/2010/main" val="3715759929"/>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mputer screen with many colorful lines">
            <a:extLst>
              <a:ext uri="{FF2B5EF4-FFF2-40B4-BE49-F238E27FC236}">
                <a16:creationId xmlns:a16="http://schemas.microsoft.com/office/drawing/2014/main" id="{1C3551DE-49A1-61B0-28CC-718B42EA2887}"/>
              </a:ext>
            </a:extLst>
          </p:cNvPr>
          <p:cNvPicPr>
            <a:picLocks noChangeAspect="1"/>
          </p:cNvPicPr>
          <p:nvPr/>
        </p:nvPicPr>
        <p:blipFill>
          <a:blip r:embed="rId2"/>
          <a:stretch>
            <a:fillRect/>
          </a:stretch>
        </p:blipFill>
        <p:spPr>
          <a:xfrm>
            <a:off x="539453" y="415752"/>
            <a:ext cx="8180802" cy="4311996"/>
          </a:xfrm>
          <a:prstGeom prst="rect">
            <a:avLst/>
          </a:prstGeom>
        </p:spPr>
      </p:pic>
    </p:spTree>
    <p:extLst>
      <p:ext uri="{BB962C8B-B14F-4D97-AF65-F5344CB8AC3E}">
        <p14:creationId xmlns:p14="http://schemas.microsoft.com/office/powerpoint/2010/main" val="1050384103"/>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C620F-A705-A40C-A016-0C666E2EF974}"/>
              </a:ext>
            </a:extLst>
          </p:cNvPr>
          <p:cNvSpPr>
            <a:spLocks noGrp="1"/>
          </p:cNvSpPr>
          <p:nvPr>
            <p:ph type="title"/>
          </p:nvPr>
        </p:nvSpPr>
        <p:spPr>
          <a:xfrm>
            <a:off x="2818151" y="41848"/>
            <a:ext cx="5264046" cy="624902"/>
          </a:xfrm>
        </p:spPr>
        <p:txBody>
          <a:bodyPr/>
          <a:lstStyle/>
          <a:p>
            <a:r>
              <a:rPr lang="en-US" sz="2400">
                <a:latin typeface="Times New Roman" panose="02020603050405020304" pitchFamily="18" charset="0"/>
                <a:cs typeface="Times New Roman" panose="02020603050405020304" pitchFamily="18" charset="0"/>
              </a:rPr>
              <a:t>7.SYSTEM TESTING</a:t>
            </a:r>
            <a:endParaRPr lang="en-IN" sz="24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EEEFACD-9A0B-EA31-6B4A-0EE7201D002D}"/>
              </a:ext>
            </a:extLst>
          </p:cNvPr>
          <p:cNvSpPr txBox="1"/>
          <p:nvPr/>
        </p:nvSpPr>
        <p:spPr>
          <a:xfrm>
            <a:off x="412229" y="544346"/>
            <a:ext cx="3665095" cy="400110"/>
          </a:xfrm>
          <a:prstGeom prst="rect">
            <a:avLst/>
          </a:prstGeom>
          <a:noFill/>
        </p:spPr>
        <p:txBody>
          <a:bodyPr wrap="square" rtlCol="0">
            <a:spAutoFit/>
          </a:bodyPr>
          <a:lstStyle/>
          <a:p>
            <a:r>
              <a:rPr lang="en-IN" sz="2000" b="1">
                <a:latin typeface="Times New Roman" panose="02020603050405020304" pitchFamily="18" charset="0"/>
                <a:cs typeface="Times New Roman" panose="02020603050405020304" pitchFamily="18" charset="0"/>
              </a:rPr>
              <a:t>7.1 Test Cases</a:t>
            </a:r>
          </a:p>
        </p:txBody>
      </p:sp>
      <p:graphicFrame>
        <p:nvGraphicFramePr>
          <p:cNvPr id="7" name="Table 6">
            <a:extLst>
              <a:ext uri="{FF2B5EF4-FFF2-40B4-BE49-F238E27FC236}">
                <a16:creationId xmlns:a16="http://schemas.microsoft.com/office/drawing/2014/main" id="{05C15558-CD36-6D77-4D5E-AA2C19C6B7C7}"/>
              </a:ext>
            </a:extLst>
          </p:cNvPr>
          <p:cNvGraphicFramePr>
            <a:graphicFrameLocks noGrp="1"/>
          </p:cNvGraphicFramePr>
          <p:nvPr>
            <p:extLst>
              <p:ext uri="{D42A27DB-BD31-4B8C-83A1-F6EECF244321}">
                <p14:modId xmlns:p14="http://schemas.microsoft.com/office/powerpoint/2010/main" val="4028324203"/>
              </p:ext>
            </p:extLst>
          </p:nvPr>
        </p:nvGraphicFramePr>
        <p:xfrm>
          <a:off x="607102" y="1072215"/>
          <a:ext cx="7668717" cy="3895602"/>
        </p:xfrm>
        <a:graphic>
          <a:graphicData uri="http://schemas.openxmlformats.org/drawingml/2006/table">
            <a:tbl>
              <a:tblPr firstRow="1" bandRow="1">
                <a:tableStyleId>{5C22544A-7EE6-4342-B048-85BDC9FD1C3A}</a:tableStyleId>
              </a:tblPr>
              <a:tblGrid>
                <a:gridCol w="1495217">
                  <a:extLst>
                    <a:ext uri="{9D8B030D-6E8A-4147-A177-3AD203B41FA5}">
                      <a16:colId xmlns:a16="http://schemas.microsoft.com/office/drawing/2014/main" val="583700919"/>
                    </a:ext>
                  </a:extLst>
                </a:gridCol>
                <a:gridCol w="1543375">
                  <a:extLst>
                    <a:ext uri="{9D8B030D-6E8A-4147-A177-3AD203B41FA5}">
                      <a16:colId xmlns:a16="http://schemas.microsoft.com/office/drawing/2014/main" val="3702798022"/>
                    </a:ext>
                  </a:extLst>
                </a:gridCol>
                <a:gridCol w="1543375">
                  <a:extLst>
                    <a:ext uri="{9D8B030D-6E8A-4147-A177-3AD203B41FA5}">
                      <a16:colId xmlns:a16="http://schemas.microsoft.com/office/drawing/2014/main" val="205613475"/>
                    </a:ext>
                  </a:extLst>
                </a:gridCol>
                <a:gridCol w="1543375">
                  <a:extLst>
                    <a:ext uri="{9D8B030D-6E8A-4147-A177-3AD203B41FA5}">
                      <a16:colId xmlns:a16="http://schemas.microsoft.com/office/drawing/2014/main" val="770190112"/>
                    </a:ext>
                  </a:extLst>
                </a:gridCol>
                <a:gridCol w="1543375">
                  <a:extLst>
                    <a:ext uri="{9D8B030D-6E8A-4147-A177-3AD203B41FA5}">
                      <a16:colId xmlns:a16="http://schemas.microsoft.com/office/drawing/2014/main" val="3201273589"/>
                    </a:ext>
                  </a:extLst>
                </a:gridCol>
              </a:tblGrid>
              <a:tr h="449647">
                <a:tc>
                  <a:txBody>
                    <a:bodyPr/>
                    <a:lstStyle/>
                    <a:p>
                      <a:r>
                        <a:rPr lang="en-IN" sz="1200" b="1">
                          <a:latin typeface="Times New Roman" panose="02020603050405020304" pitchFamily="18" charset="0"/>
                          <a:cs typeface="Times New Roman" panose="02020603050405020304" pitchFamily="18" charset="0"/>
                        </a:rPr>
                        <a:t>Test Case</a:t>
                      </a:r>
                      <a:endParaRPr lang="en-IN" sz="1200">
                        <a:latin typeface="Times New Roman" panose="02020603050405020304" pitchFamily="18" charset="0"/>
                        <a:cs typeface="Times New Roman" panose="02020603050405020304" pitchFamily="18" charset="0"/>
                      </a:endParaRPr>
                    </a:p>
                  </a:txBody>
                  <a:tcPr anchor="ctr"/>
                </a:tc>
                <a:tc>
                  <a:txBody>
                    <a:bodyPr/>
                    <a:lstStyle/>
                    <a:p>
                      <a:r>
                        <a:rPr lang="en-IN" sz="1200">
                          <a:latin typeface="Times New Roman" panose="02020603050405020304" pitchFamily="18" charset="0"/>
                          <a:cs typeface="Times New Roman" panose="02020603050405020304" pitchFamily="18" charset="0"/>
                        </a:rPr>
                        <a:t>Module</a:t>
                      </a:r>
                    </a:p>
                  </a:txBody>
                  <a:tcPr/>
                </a:tc>
                <a:tc>
                  <a:txBody>
                    <a:bodyPr/>
                    <a:lstStyle/>
                    <a:p>
                      <a:r>
                        <a:rPr lang="en-IN" sz="1200">
                          <a:latin typeface="Times New Roman" panose="02020603050405020304" pitchFamily="18" charset="0"/>
                          <a:cs typeface="Times New Roman" panose="02020603050405020304" pitchFamily="18" charset="0"/>
                        </a:rPr>
                        <a:t>Scenario</a:t>
                      </a:r>
                    </a:p>
                  </a:txBody>
                  <a:tcPr/>
                </a:tc>
                <a:tc>
                  <a:txBody>
                    <a:bodyPr/>
                    <a:lstStyle/>
                    <a:p>
                      <a:r>
                        <a:rPr lang="en-IN" sz="1100">
                          <a:latin typeface="Times New Roman" panose="02020603050405020304" pitchFamily="18" charset="0"/>
                          <a:cs typeface="Times New Roman" panose="02020603050405020304" pitchFamily="18" charset="0"/>
                        </a:rPr>
                        <a:t>Expected Result</a:t>
                      </a:r>
                    </a:p>
                  </a:txBody>
                  <a:tcPr/>
                </a:tc>
                <a:tc>
                  <a:txBody>
                    <a:bodyPr/>
                    <a:lstStyle/>
                    <a:p>
                      <a:r>
                        <a:rPr lang="en-IN">
                          <a:latin typeface="Times New Roman" panose="02020603050405020304" pitchFamily="18" charset="0"/>
                          <a:cs typeface="Times New Roman" panose="02020603050405020304" pitchFamily="18" charset="0"/>
                        </a:rPr>
                        <a:t>Status</a:t>
                      </a:r>
                    </a:p>
                  </a:txBody>
                  <a:tcPr/>
                </a:tc>
                <a:extLst>
                  <a:ext uri="{0D108BD9-81ED-4DB2-BD59-A6C34878D82A}">
                    <a16:rowId xmlns:a16="http://schemas.microsoft.com/office/drawing/2014/main" val="2767098904"/>
                  </a:ext>
                </a:extLst>
              </a:tr>
              <a:tr h="436430">
                <a:tc>
                  <a:txBody>
                    <a:bodyPr/>
                    <a:lstStyle/>
                    <a:p>
                      <a:r>
                        <a:rPr lang="en-IN" sz="1200">
                          <a:latin typeface="Times New Roman" panose="02020603050405020304" pitchFamily="18" charset="0"/>
                          <a:cs typeface="Times New Roman" panose="02020603050405020304" pitchFamily="18" charset="0"/>
                        </a:rPr>
                        <a:t>TC01</a:t>
                      </a:r>
                    </a:p>
                  </a:txBody>
                  <a:tcPr/>
                </a:tc>
                <a:tc>
                  <a:txBody>
                    <a:bodyPr/>
                    <a:lstStyle/>
                    <a:p>
                      <a:r>
                        <a:rPr lang="en-IN" sz="1200">
                          <a:latin typeface="Times New Roman" panose="02020603050405020304" pitchFamily="18" charset="0"/>
                          <a:cs typeface="Times New Roman" panose="02020603050405020304" pitchFamily="18" charset="0"/>
                        </a:rPr>
                        <a:t>Login Page</a:t>
                      </a:r>
                    </a:p>
                  </a:txBody>
                  <a:tcPr/>
                </a:tc>
                <a:tc>
                  <a:txBody>
                    <a:bodyPr/>
                    <a:lstStyle/>
                    <a:p>
                      <a:r>
                        <a:rPr lang="en-IN" sz="1200">
                          <a:latin typeface="Times New Roman" panose="02020603050405020304" pitchFamily="18" charset="0"/>
                          <a:cs typeface="Times New Roman" panose="02020603050405020304" pitchFamily="18" charset="0"/>
                        </a:rPr>
                        <a:t>Valid login credentials</a:t>
                      </a:r>
                    </a:p>
                  </a:txBody>
                  <a:tcPr/>
                </a:tc>
                <a:tc>
                  <a:txBody>
                    <a:bodyPr/>
                    <a:lstStyle/>
                    <a:p>
                      <a:r>
                        <a:rPr lang="en-IN" sz="1100">
                          <a:latin typeface="Times New Roman" panose="02020603050405020304" pitchFamily="18" charset="0"/>
                          <a:cs typeface="Times New Roman" panose="02020603050405020304" pitchFamily="18" charset="0"/>
                        </a:rPr>
                        <a:t>Redirect to user dashboard</a:t>
                      </a:r>
                    </a:p>
                  </a:txBody>
                  <a:tcPr/>
                </a:tc>
                <a:tc>
                  <a:txBody>
                    <a:bodyPr/>
                    <a:lstStyle/>
                    <a:p>
                      <a:r>
                        <a:rPr lang="en-IN" sz="1100">
                          <a:latin typeface="Times New Roman" panose="02020603050405020304" pitchFamily="18" charset="0"/>
                          <a:cs typeface="Times New Roman" panose="02020603050405020304" pitchFamily="18" charset="0"/>
                        </a:rPr>
                        <a:t>Pass</a:t>
                      </a:r>
                    </a:p>
                  </a:txBody>
                  <a:tcPr/>
                </a:tc>
                <a:extLst>
                  <a:ext uri="{0D108BD9-81ED-4DB2-BD59-A6C34878D82A}">
                    <a16:rowId xmlns:a16="http://schemas.microsoft.com/office/drawing/2014/main" val="535684126"/>
                  </a:ext>
                </a:extLst>
              </a:tr>
              <a:tr h="449647">
                <a:tc>
                  <a:txBody>
                    <a:bodyPr/>
                    <a:lstStyle/>
                    <a:p>
                      <a:r>
                        <a:rPr lang="en-IN" sz="1200">
                          <a:latin typeface="Times New Roman" panose="02020603050405020304" pitchFamily="18" charset="0"/>
                          <a:cs typeface="Times New Roman" panose="02020603050405020304" pitchFamily="18" charset="0"/>
                        </a:rPr>
                        <a:t>TC02</a:t>
                      </a:r>
                    </a:p>
                  </a:txBody>
                  <a:tcPr/>
                </a:tc>
                <a:tc>
                  <a:txBody>
                    <a:bodyPr/>
                    <a:lstStyle/>
                    <a:p>
                      <a:r>
                        <a:rPr lang="en-IN" sz="1200">
                          <a:latin typeface="Times New Roman" panose="02020603050405020304" pitchFamily="18" charset="0"/>
                          <a:cs typeface="Times New Roman" panose="02020603050405020304" pitchFamily="18" charset="0"/>
                        </a:rPr>
                        <a:t>Login Page</a:t>
                      </a:r>
                    </a:p>
                  </a:txBody>
                  <a:tcPr/>
                </a:tc>
                <a:tc>
                  <a:txBody>
                    <a:bodyPr/>
                    <a:lstStyle/>
                    <a:p>
                      <a:r>
                        <a:rPr lang="en-IN" sz="1200">
                          <a:latin typeface="Times New Roman" panose="02020603050405020304" pitchFamily="18" charset="0"/>
                          <a:cs typeface="Times New Roman" panose="02020603050405020304" pitchFamily="18" charset="0"/>
                        </a:rPr>
                        <a:t>Invalid login credentials</a:t>
                      </a:r>
                    </a:p>
                  </a:txBody>
                  <a:tcPr/>
                </a:tc>
                <a:tc>
                  <a:txBody>
                    <a:bodyPr/>
                    <a:lstStyle/>
                    <a:p>
                      <a:r>
                        <a:rPr lang="en-IN" sz="1100">
                          <a:latin typeface="Times New Roman" panose="02020603050405020304" pitchFamily="18" charset="0"/>
                          <a:cs typeface="Times New Roman" panose="02020603050405020304" pitchFamily="18" charset="0"/>
                        </a:rPr>
                        <a:t>Show "Invalid credentials" error</a:t>
                      </a:r>
                    </a:p>
                  </a:txBody>
                  <a:tcPr/>
                </a:tc>
                <a:tc>
                  <a:txBody>
                    <a:bodyPr/>
                    <a:lstStyle/>
                    <a:p>
                      <a:r>
                        <a:rPr lang="en-IN" sz="1100">
                          <a:latin typeface="Times New Roman" panose="02020603050405020304" pitchFamily="18" charset="0"/>
                          <a:cs typeface="Times New Roman" panose="02020603050405020304" pitchFamily="18" charset="0"/>
                        </a:rPr>
                        <a:t>Pass</a:t>
                      </a:r>
                    </a:p>
                  </a:txBody>
                  <a:tcPr/>
                </a:tc>
                <a:extLst>
                  <a:ext uri="{0D108BD9-81ED-4DB2-BD59-A6C34878D82A}">
                    <a16:rowId xmlns:a16="http://schemas.microsoft.com/office/drawing/2014/main" val="768355458"/>
                  </a:ext>
                </a:extLst>
              </a:tr>
              <a:tr h="449647">
                <a:tc>
                  <a:txBody>
                    <a:bodyPr/>
                    <a:lstStyle/>
                    <a:p>
                      <a:r>
                        <a:rPr lang="en-IN" sz="1200">
                          <a:latin typeface="Times New Roman" panose="02020603050405020304" pitchFamily="18" charset="0"/>
                          <a:cs typeface="Times New Roman" panose="02020603050405020304" pitchFamily="18" charset="0"/>
                        </a:rPr>
                        <a:t>TC03</a:t>
                      </a:r>
                    </a:p>
                  </a:txBody>
                  <a:tcPr/>
                </a:tc>
                <a:tc>
                  <a:txBody>
                    <a:bodyPr/>
                    <a:lstStyle/>
                    <a:p>
                      <a:r>
                        <a:rPr lang="en-IN" sz="1200">
                          <a:latin typeface="Times New Roman" panose="02020603050405020304" pitchFamily="18" charset="0"/>
                          <a:cs typeface="Times New Roman" panose="02020603050405020304" pitchFamily="18" charset="0"/>
                        </a:rPr>
                        <a:t>Login Page</a:t>
                      </a:r>
                    </a:p>
                  </a:txBody>
                  <a:tcPr/>
                </a:tc>
                <a:tc>
                  <a:txBody>
                    <a:bodyPr/>
                    <a:lstStyle/>
                    <a:p>
                      <a:r>
                        <a:rPr lang="en-IN" sz="1200">
                          <a:latin typeface="Times New Roman" panose="02020603050405020304" pitchFamily="18" charset="0"/>
                          <a:cs typeface="Times New Roman" panose="02020603050405020304" pitchFamily="18" charset="0"/>
                        </a:rPr>
                        <a:t>Empty email or password</a:t>
                      </a:r>
                    </a:p>
                  </a:txBody>
                  <a:tcPr/>
                </a:tc>
                <a:tc>
                  <a:txBody>
                    <a:bodyPr/>
                    <a:lstStyle/>
                    <a:p>
                      <a:r>
                        <a:rPr lang="en-IN" sz="1100">
                          <a:latin typeface="Times New Roman" panose="02020603050405020304" pitchFamily="18" charset="0"/>
                          <a:cs typeface="Times New Roman" panose="02020603050405020304" pitchFamily="18" charset="0"/>
                        </a:rPr>
                        <a:t>Show "Field required" message</a:t>
                      </a:r>
                    </a:p>
                  </a:txBody>
                  <a:tcPr/>
                </a:tc>
                <a:tc>
                  <a:txBody>
                    <a:bodyPr/>
                    <a:lstStyle/>
                    <a:p>
                      <a:r>
                        <a:rPr lang="en-IN" sz="1100">
                          <a:latin typeface="Times New Roman" panose="02020603050405020304" pitchFamily="18" charset="0"/>
                          <a:cs typeface="Times New Roman" panose="02020603050405020304" pitchFamily="18" charset="0"/>
                        </a:rPr>
                        <a:t>Pass</a:t>
                      </a:r>
                    </a:p>
                  </a:txBody>
                  <a:tcPr/>
                </a:tc>
                <a:extLst>
                  <a:ext uri="{0D108BD9-81ED-4DB2-BD59-A6C34878D82A}">
                    <a16:rowId xmlns:a16="http://schemas.microsoft.com/office/drawing/2014/main" val="2677428447"/>
                  </a:ext>
                </a:extLst>
              </a:tr>
              <a:tr h="449647">
                <a:tc>
                  <a:txBody>
                    <a:bodyPr/>
                    <a:lstStyle/>
                    <a:p>
                      <a:r>
                        <a:rPr lang="en-IN" sz="1200">
                          <a:latin typeface="Times New Roman" panose="02020603050405020304" pitchFamily="18" charset="0"/>
                          <a:cs typeface="Times New Roman" panose="02020603050405020304" pitchFamily="18" charset="0"/>
                        </a:rPr>
                        <a:t>TC04</a:t>
                      </a:r>
                    </a:p>
                  </a:txBody>
                  <a:tcPr/>
                </a:tc>
                <a:tc>
                  <a:txBody>
                    <a:bodyPr/>
                    <a:lstStyle/>
                    <a:p>
                      <a:r>
                        <a:rPr lang="en-IN" sz="1200">
                          <a:latin typeface="Times New Roman" panose="02020603050405020304" pitchFamily="18" charset="0"/>
                          <a:cs typeface="Times New Roman" panose="02020603050405020304" pitchFamily="18" charset="0"/>
                        </a:rPr>
                        <a:t>Main Website</a:t>
                      </a:r>
                    </a:p>
                  </a:txBody>
                  <a:tcPr/>
                </a:tc>
                <a:tc>
                  <a:txBody>
                    <a:bodyPr/>
                    <a:lstStyle/>
                    <a:p>
                      <a:r>
                        <a:rPr lang="en-US" sz="1200">
                          <a:latin typeface="Times New Roman" panose="02020603050405020304" pitchFamily="18" charset="0"/>
                          <a:cs typeface="Times New Roman" panose="02020603050405020304" pitchFamily="18" charset="0"/>
                        </a:rPr>
                        <a:t>Search for a valid product</a:t>
                      </a:r>
                      <a:endParaRPr lang="en-IN" sz="1200">
                        <a:latin typeface="Times New Roman" panose="02020603050405020304" pitchFamily="18" charset="0"/>
                        <a:cs typeface="Times New Roman" panose="02020603050405020304" pitchFamily="18" charset="0"/>
                      </a:endParaRPr>
                    </a:p>
                  </a:txBody>
                  <a:tcPr/>
                </a:tc>
                <a:tc>
                  <a:txBody>
                    <a:bodyPr/>
                    <a:lstStyle/>
                    <a:p>
                      <a:r>
                        <a:rPr lang="en-IN" sz="1100">
                          <a:latin typeface="Times New Roman" panose="02020603050405020304" pitchFamily="18" charset="0"/>
                          <a:cs typeface="Times New Roman" panose="02020603050405020304" pitchFamily="18" charset="0"/>
                        </a:rPr>
                        <a:t>Display matching products</a:t>
                      </a:r>
                    </a:p>
                  </a:txBody>
                  <a:tcPr/>
                </a:tc>
                <a:tc>
                  <a:txBody>
                    <a:bodyPr/>
                    <a:lstStyle/>
                    <a:p>
                      <a:r>
                        <a:rPr lang="en-IN" sz="1100">
                          <a:latin typeface="Times New Roman" panose="02020603050405020304" pitchFamily="18" charset="0"/>
                          <a:cs typeface="Times New Roman" panose="02020603050405020304" pitchFamily="18" charset="0"/>
                        </a:rPr>
                        <a:t>Pass</a:t>
                      </a:r>
                    </a:p>
                  </a:txBody>
                  <a:tcPr/>
                </a:tc>
                <a:extLst>
                  <a:ext uri="{0D108BD9-81ED-4DB2-BD59-A6C34878D82A}">
                    <a16:rowId xmlns:a16="http://schemas.microsoft.com/office/drawing/2014/main" val="924935069"/>
                  </a:ext>
                </a:extLst>
              </a:tr>
              <a:tr h="449647">
                <a:tc>
                  <a:txBody>
                    <a:bodyPr/>
                    <a:lstStyle/>
                    <a:p>
                      <a:r>
                        <a:rPr lang="en-IN" sz="1200">
                          <a:latin typeface="Times New Roman" panose="02020603050405020304" pitchFamily="18" charset="0"/>
                          <a:cs typeface="Times New Roman" panose="02020603050405020304" pitchFamily="18" charset="0"/>
                        </a:rPr>
                        <a:t>TC05</a:t>
                      </a:r>
                    </a:p>
                  </a:txBody>
                  <a:tcPr/>
                </a:tc>
                <a:tc>
                  <a:txBody>
                    <a:bodyPr/>
                    <a:lstStyle/>
                    <a:p>
                      <a:r>
                        <a:rPr lang="en-IN" sz="1200">
                          <a:latin typeface="Times New Roman" panose="02020603050405020304" pitchFamily="18" charset="0"/>
                          <a:cs typeface="Times New Roman" panose="02020603050405020304" pitchFamily="18" charset="0"/>
                        </a:rPr>
                        <a:t>Main Website</a:t>
                      </a:r>
                    </a:p>
                  </a:txBody>
                  <a:tcPr/>
                </a:tc>
                <a:tc>
                  <a:txBody>
                    <a:bodyPr/>
                    <a:lstStyle/>
                    <a:p>
                      <a:r>
                        <a:rPr lang="en-IN" sz="1200">
                          <a:latin typeface="Times New Roman" panose="02020603050405020304" pitchFamily="18" charset="0"/>
                          <a:cs typeface="Times New Roman" panose="02020603050405020304" pitchFamily="18" charset="0"/>
                        </a:rPr>
                        <a:t>Compare product prices</a:t>
                      </a:r>
                    </a:p>
                  </a:txBody>
                  <a:tcPr/>
                </a:tc>
                <a:tc>
                  <a:txBody>
                    <a:bodyPr/>
                    <a:lstStyle/>
                    <a:p>
                      <a:r>
                        <a:rPr lang="en-IN" sz="1100">
                          <a:latin typeface="Times New Roman" panose="02020603050405020304" pitchFamily="18" charset="0"/>
                          <a:cs typeface="Times New Roman" panose="02020603050405020304" pitchFamily="18" charset="0"/>
                        </a:rPr>
                        <a:t>Show vendor price list</a:t>
                      </a:r>
                    </a:p>
                  </a:txBody>
                  <a:tcPr anchor="ctr"/>
                </a:tc>
                <a:tc>
                  <a:txBody>
                    <a:bodyPr/>
                    <a:lstStyle/>
                    <a:p>
                      <a:r>
                        <a:rPr lang="en-US" sz="1100">
                          <a:latin typeface="Times New Roman" panose="02020603050405020304" pitchFamily="18" charset="0"/>
                          <a:cs typeface="Times New Roman" panose="02020603050405020304" pitchFamily="18" charset="0"/>
                        </a:rPr>
                        <a:t>P</a:t>
                      </a:r>
                      <a:r>
                        <a:rPr lang="en-IN" sz="1100">
                          <a:latin typeface="Times New Roman" panose="02020603050405020304" pitchFamily="18" charset="0"/>
                          <a:cs typeface="Times New Roman" panose="02020603050405020304" pitchFamily="18" charset="0"/>
                        </a:rPr>
                        <a:t>ass</a:t>
                      </a:r>
                    </a:p>
                  </a:txBody>
                  <a:tcPr/>
                </a:tc>
                <a:extLst>
                  <a:ext uri="{0D108BD9-81ED-4DB2-BD59-A6C34878D82A}">
                    <a16:rowId xmlns:a16="http://schemas.microsoft.com/office/drawing/2014/main" val="2995325744"/>
                  </a:ext>
                </a:extLst>
              </a:tr>
              <a:tr h="449647">
                <a:tc>
                  <a:txBody>
                    <a:bodyPr/>
                    <a:lstStyle/>
                    <a:p>
                      <a:r>
                        <a:rPr lang="en-IN" sz="1200">
                          <a:latin typeface="Times New Roman" panose="02020603050405020304" pitchFamily="18" charset="0"/>
                          <a:cs typeface="Times New Roman" panose="02020603050405020304" pitchFamily="18" charset="0"/>
                        </a:rPr>
                        <a:t>TC06</a:t>
                      </a:r>
                    </a:p>
                  </a:txBody>
                  <a:tcPr/>
                </a:tc>
                <a:tc>
                  <a:txBody>
                    <a:bodyPr/>
                    <a:lstStyle/>
                    <a:p>
                      <a:r>
                        <a:rPr lang="en-IN" sz="1200">
                          <a:latin typeface="Times New Roman" panose="02020603050405020304" pitchFamily="18" charset="0"/>
                          <a:cs typeface="Times New Roman" panose="02020603050405020304" pitchFamily="18" charset="0"/>
                        </a:rPr>
                        <a:t>Main Website</a:t>
                      </a:r>
                    </a:p>
                  </a:txBody>
                  <a:tcPr/>
                </a:tc>
                <a:tc>
                  <a:txBody>
                    <a:bodyPr/>
                    <a:lstStyle/>
                    <a:p>
                      <a:r>
                        <a:rPr lang="en-US" sz="1200">
                          <a:latin typeface="Times New Roman" panose="02020603050405020304" pitchFamily="18" charset="0"/>
                          <a:cs typeface="Times New Roman" panose="02020603050405020304" pitchFamily="18" charset="0"/>
                        </a:rPr>
                        <a:t>Add to Wishlist without login</a:t>
                      </a:r>
                      <a:endParaRPr lang="en-IN" sz="1200">
                        <a:latin typeface="Times New Roman" panose="02020603050405020304" pitchFamily="18" charset="0"/>
                        <a:cs typeface="Times New Roman" panose="02020603050405020304" pitchFamily="18" charset="0"/>
                      </a:endParaRPr>
                    </a:p>
                  </a:txBody>
                  <a:tcPr/>
                </a:tc>
                <a:tc>
                  <a:txBody>
                    <a:bodyPr/>
                    <a:lstStyle/>
                    <a:p>
                      <a:r>
                        <a:rPr lang="en-US" sz="1100">
                          <a:latin typeface="Times New Roman" panose="02020603050405020304" pitchFamily="18" charset="0"/>
                          <a:cs typeface="Times New Roman" panose="02020603050405020304" pitchFamily="18" charset="0"/>
                        </a:rPr>
                        <a:t>Ask user to log in</a:t>
                      </a:r>
                      <a:endParaRPr lang="en-IN" sz="1100">
                        <a:latin typeface="Times New Roman" panose="02020603050405020304" pitchFamily="18" charset="0"/>
                        <a:cs typeface="Times New Roman" panose="02020603050405020304" pitchFamily="18" charset="0"/>
                      </a:endParaRPr>
                    </a:p>
                  </a:txBody>
                  <a:tcPr/>
                </a:tc>
                <a:tc>
                  <a:txBody>
                    <a:bodyPr/>
                    <a:lstStyle/>
                    <a:p>
                      <a:r>
                        <a:rPr lang="en-US" sz="1100">
                          <a:latin typeface="Times New Roman" panose="02020603050405020304" pitchFamily="18" charset="0"/>
                          <a:cs typeface="Times New Roman" panose="02020603050405020304" pitchFamily="18" charset="0"/>
                        </a:rPr>
                        <a:t>Pass</a:t>
                      </a:r>
                      <a:endParaRPr lang="en-IN" sz="11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0450180"/>
                  </a:ext>
                </a:extLst>
              </a:tr>
              <a:tr h="702755">
                <a:tc>
                  <a:txBody>
                    <a:bodyPr/>
                    <a:lstStyle/>
                    <a:p>
                      <a:r>
                        <a:rPr lang="en-IN" sz="1200">
                          <a:latin typeface="Times New Roman" panose="02020603050405020304" pitchFamily="18" charset="0"/>
                          <a:cs typeface="Times New Roman" panose="02020603050405020304" pitchFamily="18" charset="0"/>
                        </a:rPr>
                        <a:t>TC07</a:t>
                      </a:r>
                    </a:p>
                  </a:txBody>
                  <a:tcPr/>
                </a:tc>
                <a:tc>
                  <a:txBody>
                    <a:bodyPr/>
                    <a:lstStyle/>
                    <a:p>
                      <a:r>
                        <a:rPr lang="en-IN" sz="1200">
                          <a:latin typeface="Times New Roman" panose="02020603050405020304" pitchFamily="18" charset="0"/>
                          <a:cs typeface="Times New Roman" panose="02020603050405020304" pitchFamily="18" charset="0"/>
                        </a:rPr>
                        <a:t>Admin Page</a:t>
                      </a:r>
                    </a:p>
                  </a:txBody>
                  <a:tcPr/>
                </a:tc>
                <a:tc>
                  <a:txBody>
                    <a:bodyPr/>
                    <a:lstStyle/>
                    <a:p>
                      <a:r>
                        <a:rPr lang="en-US" sz="1200">
                          <a:latin typeface="Times New Roman" panose="02020603050405020304" pitchFamily="18" charset="0"/>
                          <a:cs typeface="Times New Roman" panose="02020603050405020304" pitchFamily="18" charset="0"/>
                        </a:rPr>
                        <a:t>View list of registered user</a:t>
                      </a:r>
                      <a:endParaRPr lang="en-IN" sz="1200">
                        <a:latin typeface="Times New Roman" panose="02020603050405020304" pitchFamily="18" charset="0"/>
                        <a:cs typeface="Times New Roman" panose="02020603050405020304" pitchFamily="18" charset="0"/>
                      </a:endParaRPr>
                    </a:p>
                  </a:txBody>
                  <a:tcPr/>
                </a:tc>
                <a:tc>
                  <a:txBody>
                    <a:bodyPr/>
                    <a:lstStyle/>
                    <a:p>
                      <a:r>
                        <a:rPr lang="en-US" sz="1100">
                          <a:latin typeface="Times New Roman" panose="02020603050405020304" pitchFamily="18" charset="0"/>
                          <a:cs typeface="Times New Roman" panose="02020603050405020304" pitchFamily="18" charset="0"/>
                        </a:rPr>
                        <a:t>Show user table with details</a:t>
                      </a:r>
                      <a:endParaRPr lang="en-IN" sz="1100">
                        <a:latin typeface="Times New Roman" panose="02020603050405020304" pitchFamily="18" charset="0"/>
                        <a:cs typeface="Times New Roman" panose="02020603050405020304" pitchFamily="18" charset="0"/>
                      </a:endParaRPr>
                    </a:p>
                  </a:txBody>
                  <a:tcPr/>
                </a:tc>
                <a:tc>
                  <a:txBody>
                    <a:bodyPr/>
                    <a:lstStyle/>
                    <a:p>
                      <a:r>
                        <a:rPr lang="en-IN" sz="1100">
                          <a:latin typeface="Times New Roman" panose="02020603050405020304" pitchFamily="18" charset="0"/>
                          <a:cs typeface="Times New Roman" panose="02020603050405020304" pitchFamily="18" charset="0"/>
                        </a:rPr>
                        <a:t>Pass</a:t>
                      </a:r>
                    </a:p>
                  </a:txBody>
                  <a:tcPr/>
                </a:tc>
                <a:extLst>
                  <a:ext uri="{0D108BD9-81ED-4DB2-BD59-A6C34878D82A}">
                    <a16:rowId xmlns:a16="http://schemas.microsoft.com/office/drawing/2014/main" val="2089163858"/>
                  </a:ext>
                </a:extLst>
              </a:tr>
            </a:tbl>
          </a:graphicData>
        </a:graphic>
      </p:graphicFrame>
    </p:spTree>
    <p:extLst>
      <p:ext uri="{BB962C8B-B14F-4D97-AF65-F5344CB8AC3E}">
        <p14:creationId xmlns:p14="http://schemas.microsoft.com/office/powerpoint/2010/main" val="2718992503"/>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B676F9-A1B7-4528-11DA-99EC6054B48E}"/>
              </a:ext>
            </a:extLst>
          </p:cNvPr>
          <p:cNvSpPr txBox="1"/>
          <p:nvPr/>
        </p:nvSpPr>
        <p:spPr>
          <a:xfrm>
            <a:off x="582118" y="232301"/>
            <a:ext cx="4212236" cy="400110"/>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7.2 Results and Discussion</a:t>
            </a:r>
            <a:endParaRPr lang="en-IN" sz="2000" b="1">
              <a:latin typeface="Times New Roman" panose="02020603050405020304" pitchFamily="18" charset="0"/>
              <a:cs typeface="Times New Roman" panose="02020603050405020304" pitchFamily="18" charset="0"/>
            </a:endParaRPr>
          </a:p>
        </p:txBody>
      </p:sp>
      <p:pic>
        <p:nvPicPr>
          <p:cNvPr id="5" name="Picture 4" descr="A screenshot of a login form">
            <a:extLst>
              <a:ext uri="{FF2B5EF4-FFF2-40B4-BE49-F238E27FC236}">
                <a16:creationId xmlns:a16="http://schemas.microsoft.com/office/drawing/2014/main" id="{827C9C94-A0BA-FAFB-4B8F-A585498AD23A}"/>
              </a:ext>
            </a:extLst>
          </p:cNvPr>
          <p:cNvPicPr>
            <a:picLocks noChangeAspect="1"/>
          </p:cNvPicPr>
          <p:nvPr/>
        </p:nvPicPr>
        <p:blipFill>
          <a:blip r:embed="rId2"/>
          <a:stretch>
            <a:fillRect/>
          </a:stretch>
        </p:blipFill>
        <p:spPr>
          <a:xfrm>
            <a:off x="1617411" y="1616718"/>
            <a:ext cx="5379528" cy="2671588"/>
          </a:xfrm>
          <a:prstGeom prst="rect">
            <a:avLst/>
          </a:prstGeom>
        </p:spPr>
      </p:pic>
      <p:sp>
        <p:nvSpPr>
          <p:cNvPr id="6" name="TextBox 5">
            <a:extLst>
              <a:ext uri="{FF2B5EF4-FFF2-40B4-BE49-F238E27FC236}">
                <a16:creationId xmlns:a16="http://schemas.microsoft.com/office/drawing/2014/main" id="{1148C133-EED7-C30D-33EE-97C50E532DD7}"/>
              </a:ext>
            </a:extLst>
          </p:cNvPr>
          <p:cNvSpPr txBox="1"/>
          <p:nvPr/>
        </p:nvSpPr>
        <p:spPr>
          <a:xfrm>
            <a:off x="3231568" y="4403367"/>
            <a:ext cx="1340432" cy="307777"/>
          </a:xfrm>
          <a:prstGeom prst="rect">
            <a:avLst/>
          </a:prstGeom>
          <a:noFill/>
        </p:spPr>
        <p:txBody>
          <a:bodyPr wrap="none" rtlCol="0">
            <a:spAutoFit/>
          </a:bodyPr>
          <a:lstStyle/>
          <a:p>
            <a:r>
              <a:rPr lang="en-IN">
                <a:latin typeface="Times New Roman" panose="02020603050405020304" pitchFamily="18" charset="0"/>
                <a:cs typeface="Times New Roman" panose="02020603050405020304" pitchFamily="18" charset="0"/>
              </a:rPr>
              <a:t>Fig: Login Page</a:t>
            </a:r>
          </a:p>
        </p:txBody>
      </p:sp>
      <p:sp>
        <p:nvSpPr>
          <p:cNvPr id="2" name="TextBox 1">
            <a:extLst>
              <a:ext uri="{FF2B5EF4-FFF2-40B4-BE49-F238E27FC236}">
                <a16:creationId xmlns:a16="http://schemas.microsoft.com/office/drawing/2014/main" id="{EB6FD06C-4796-F513-B685-5E23A520BA34}"/>
              </a:ext>
            </a:extLst>
          </p:cNvPr>
          <p:cNvSpPr txBox="1"/>
          <p:nvPr/>
        </p:nvSpPr>
        <p:spPr>
          <a:xfrm>
            <a:off x="649574" y="632411"/>
            <a:ext cx="7647481" cy="786754"/>
          </a:xfrm>
          <a:prstGeom prst="rect">
            <a:avLst/>
          </a:prstGeom>
          <a:noFill/>
        </p:spPr>
        <p:txBody>
          <a:bodyPr wrap="square" rtlCol="0">
            <a:spAutoFit/>
          </a:bodyPr>
          <a:lstStyle/>
          <a:p>
            <a:pPr algn="just">
              <a:lnSpc>
                <a:spcPct val="150000"/>
              </a:lnSpc>
            </a:pPr>
            <a:r>
              <a:rPr lang="en-IN" sz="1600" b="1">
                <a:latin typeface="Times New Roman" panose="02020603050405020304" pitchFamily="18" charset="0"/>
                <a:cs typeface="Times New Roman" panose="02020603050405020304" pitchFamily="18" charset="0"/>
              </a:rPr>
              <a:t>Login Page</a:t>
            </a:r>
            <a:r>
              <a:rPr lang="en-IN" sz="1600">
                <a:latin typeface="Times New Roman" panose="02020603050405020304" pitchFamily="18" charset="0"/>
                <a:cs typeface="Times New Roman" panose="02020603050405020304" pitchFamily="18" charset="0"/>
              </a:rPr>
              <a:t>: The login page is a entry point for user to access a website or application, requiring them to authenticate with their credentials</a:t>
            </a:r>
          </a:p>
        </p:txBody>
      </p:sp>
    </p:spTree>
    <p:extLst>
      <p:ext uri="{BB962C8B-B14F-4D97-AF65-F5344CB8AC3E}">
        <p14:creationId xmlns:p14="http://schemas.microsoft.com/office/powerpoint/2010/main" val="4294596351"/>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login form">
            <a:extLst>
              <a:ext uri="{FF2B5EF4-FFF2-40B4-BE49-F238E27FC236}">
                <a16:creationId xmlns:a16="http://schemas.microsoft.com/office/drawing/2014/main" id="{7C85963E-4FF3-1CCC-89F6-A2DF5E7FAD15}"/>
              </a:ext>
            </a:extLst>
          </p:cNvPr>
          <p:cNvPicPr>
            <a:picLocks noChangeAspect="1"/>
          </p:cNvPicPr>
          <p:nvPr/>
        </p:nvPicPr>
        <p:blipFill>
          <a:blip r:embed="rId2"/>
          <a:stretch>
            <a:fillRect/>
          </a:stretch>
        </p:blipFill>
        <p:spPr>
          <a:xfrm>
            <a:off x="1613232" y="1409076"/>
            <a:ext cx="5385926" cy="2942944"/>
          </a:xfrm>
          <a:prstGeom prst="rect">
            <a:avLst/>
          </a:prstGeom>
        </p:spPr>
      </p:pic>
      <p:sp>
        <p:nvSpPr>
          <p:cNvPr id="8" name="TextBox 7">
            <a:extLst>
              <a:ext uri="{FF2B5EF4-FFF2-40B4-BE49-F238E27FC236}">
                <a16:creationId xmlns:a16="http://schemas.microsoft.com/office/drawing/2014/main" id="{197E3E91-4E1A-2EF3-DE23-4F070B6C7F73}"/>
              </a:ext>
            </a:extLst>
          </p:cNvPr>
          <p:cNvSpPr txBox="1"/>
          <p:nvPr/>
        </p:nvSpPr>
        <p:spPr>
          <a:xfrm>
            <a:off x="3528935" y="4405986"/>
            <a:ext cx="4572000" cy="307777"/>
          </a:xfrm>
          <a:prstGeom prst="rect">
            <a:avLst/>
          </a:prstGeom>
          <a:noFill/>
        </p:spPr>
        <p:txBody>
          <a:bodyPr wrap="square">
            <a:spAutoFit/>
          </a:bodyPr>
          <a:lstStyle/>
          <a:p>
            <a:r>
              <a:rPr lang="en-IN">
                <a:latin typeface="Times New Roman" panose="02020603050405020304" pitchFamily="18" charset="0"/>
                <a:cs typeface="Times New Roman" panose="02020603050405020304" pitchFamily="18" charset="0"/>
              </a:rPr>
              <a:t>Fig: Sign up Page</a:t>
            </a:r>
          </a:p>
        </p:txBody>
      </p:sp>
      <p:sp>
        <p:nvSpPr>
          <p:cNvPr id="2" name="TextBox 1">
            <a:extLst>
              <a:ext uri="{FF2B5EF4-FFF2-40B4-BE49-F238E27FC236}">
                <a16:creationId xmlns:a16="http://schemas.microsoft.com/office/drawing/2014/main" id="{F6BF7C26-D91E-FDF1-A0C8-DBA109C972D5}"/>
              </a:ext>
            </a:extLst>
          </p:cNvPr>
          <p:cNvSpPr txBox="1"/>
          <p:nvPr/>
        </p:nvSpPr>
        <p:spPr>
          <a:xfrm>
            <a:off x="697042" y="329783"/>
            <a:ext cx="7644983" cy="786754"/>
          </a:xfrm>
          <a:prstGeom prst="rect">
            <a:avLst/>
          </a:prstGeom>
          <a:noFill/>
        </p:spPr>
        <p:txBody>
          <a:bodyPr wrap="square" rtlCol="0">
            <a:spAutoFit/>
          </a:bodyPr>
          <a:lstStyle/>
          <a:p>
            <a:pPr algn="just">
              <a:lnSpc>
                <a:spcPct val="150000"/>
              </a:lnSpc>
            </a:pPr>
            <a:r>
              <a:rPr lang="en-IN" sz="1600" b="1">
                <a:latin typeface="Times New Roman" panose="02020603050405020304" pitchFamily="18" charset="0"/>
                <a:cs typeface="Times New Roman" panose="02020603050405020304" pitchFamily="18" charset="0"/>
              </a:rPr>
              <a:t>Signup Page</a:t>
            </a:r>
            <a:r>
              <a:rPr lang="en-IN" sz="1600">
                <a:latin typeface="Times New Roman" panose="02020603050405020304" pitchFamily="18" charset="0"/>
                <a:cs typeface="Times New Roman" panose="02020603050405020304" pitchFamily="18" charset="0"/>
              </a:rPr>
              <a:t>:</a:t>
            </a:r>
            <a:r>
              <a:rPr lang="en-US" sz="1600">
                <a:latin typeface="Times New Roman" panose="02020603050405020304" pitchFamily="18" charset="0"/>
                <a:cs typeface="Times New Roman" panose="02020603050405020304" pitchFamily="18" charset="0"/>
              </a:rPr>
              <a:t>A sign-up page is a place where you fill in your details to make a new account on a website or app.</a:t>
            </a:r>
            <a:endParaRPr lang="en-IN"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8653856"/>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5866740-A3C6-9A1A-FC0A-765635F4CB30}"/>
              </a:ext>
            </a:extLst>
          </p:cNvPr>
          <p:cNvSpPr txBox="1"/>
          <p:nvPr/>
        </p:nvSpPr>
        <p:spPr>
          <a:xfrm>
            <a:off x="3779203" y="4258644"/>
            <a:ext cx="1306768" cy="307777"/>
          </a:xfrm>
          <a:prstGeom prst="rect">
            <a:avLst/>
          </a:prstGeom>
          <a:noFill/>
        </p:spPr>
        <p:txBody>
          <a:bodyPr wrap="none" rtlCol="0">
            <a:spAutoFit/>
          </a:bodyPr>
          <a:lstStyle/>
          <a:p>
            <a:r>
              <a:rPr lang="en-IN">
                <a:latin typeface="Times New Roman" panose="02020603050405020304" pitchFamily="18" charset="0"/>
                <a:cs typeface="Times New Roman" panose="02020603050405020304" pitchFamily="18" charset="0"/>
              </a:rPr>
              <a:t>Fig:Home Page</a:t>
            </a:r>
          </a:p>
        </p:txBody>
      </p:sp>
      <p:pic>
        <p:nvPicPr>
          <p:cNvPr id="3" name="Picture 2" descr="A screenshot of a website">
            <a:extLst>
              <a:ext uri="{FF2B5EF4-FFF2-40B4-BE49-F238E27FC236}">
                <a16:creationId xmlns:a16="http://schemas.microsoft.com/office/drawing/2014/main" id="{ACAC779C-7069-64CB-265A-AC4E1B189FCA}"/>
              </a:ext>
            </a:extLst>
          </p:cNvPr>
          <p:cNvPicPr>
            <a:picLocks noChangeAspect="1"/>
          </p:cNvPicPr>
          <p:nvPr/>
        </p:nvPicPr>
        <p:blipFill>
          <a:blip r:embed="rId2"/>
          <a:stretch>
            <a:fillRect/>
          </a:stretch>
        </p:blipFill>
        <p:spPr>
          <a:xfrm>
            <a:off x="1635157" y="1401799"/>
            <a:ext cx="5723784" cy="2714657"/>
          </a:xfrm>
          <a:prstGeom prst="rect">
            <a:avLst/>
          </a:prstGeom>
        </p:spPr>
      </p:pic>
      <p:sp>
        <p:nvSpPr>
          <p:cNvPr id="2" name="TextBox 1">
            <a:extLst>
              <a:ext uri="{FF2B5EF4-FFF2-40B4-BE49-F238E27FC236}">
                <a16:creationId xmlns:a16="http://schemas.microsoft.com/office/drawing/2014/main" id="{7615910D-D036-810D-FA47-2F8A7311A31E}"/>
              </a:ext>
            </a:extLst>
          </p:cNvPr>
          <p:cNvSpPr txBox="1"/>
          <p:nvPr/>
        </p:nvSpPr>
        <p:spPr>
          <a:xfrm>
            <a:off x="637082" y="171423"/>
            <a:ext cx="7862341" cy="786754"/>
          </a:xfrm>
          <a:prstGeom prst="rect">
            <a:avLst/>
          </a:prstGeom>
          <a:noFill/>
        </p:spPr>
        <p:txBody>
          <a:bodyPr wrap="square" rtlCol="0">
            <a:spAutoFit/>
          </a:bodyPr>
          <a:lstStyle/>
          <a:p>
            <a:pPr algn="just">
              <a:lnSpc>
                <a:spcPct val="150000"/>
              </a:lnSpc>
            </a:pPr>
            <a:r>
              <a:rPr lang="en-IN" sz="1600" b="1">
                <a:latin typeface="Times New Roman" panose="02020603050405020304" pitchFamily="18" charset="0"/>
                <a:cs typeface="Times New Roman" panose="02020603050405020304" pitchFamily="18" charset="0"/>
              </a:rPr>
              <a:t>Home Pag</a:t>
            </a:r>
            <a:r>
              <a:rPr lang="en-US" sz="1600" b="1">
                <a:latin typeface="Times New Roman" panose="02020603050405020304" pitchFamily="18" charset="0"/>
                <a:cs typeface="Times New Roman" panose="02020603050405020304" pitchFamily="18" charset="0"/>
              </a:rPr>
              <a:t>e</a:t>
            </a:r>
            <a:r>
              <a:rPr lang="en-US" sz="1600">
                <a:latin typeface="Times New Roman" panose="02020603050405020304" pitchFamily="18" charset="0"/>
                <a:cs typeface="Times New Roman" panose="02020603050405020304" pitchFamily="18" charset="0"/>
              </a:rPr>
              <a:t>: A home page is the first page you see when you open a website. It's like the front door that shows you what the site is about and where you can go next</a:t>
            </a:r>
            <a:endParaRPr lang="en-IN"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516237"/>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572EFF2-65E7-23B7-07C3-EC9E1E5FB387}"/>
              </a:ext>
            </a:extLst>
          </p:cNvPr>
          <p:cNvSpPr txBox="1"/>
          <p:nvPr/>
        </p:nvSpPr>
        <p:spPr>
          <a:xfrm>
            <a:off x="2980057" y="4443671"/>
            <a:ext cx="2919389" cy="307777"/>
          </a:xfrm>
          <a:prstGeom prst="rect">
            <a:avLst/>
          </a:prstGeom>
          <a:noFill/>
        </p:spPr>
        <p:txBody>
          <a:bodyPr wrap="none" rtlCol="0">
            <a:spAutoFit/>
          </a:bodyPr>
          <a:lstStyle/>
          <a:p>
            <a:r>
              <a:rPr lang="en-IN">
                <a:latin typeface="Times New Roman" panose="02020603050405020304" pitchFamily="18" charset="0"/>
                <a:cs typeface="Times New Roman" panose="02020603050405020304" pitchFamily="18" charset="0"/>
              </a:rPr>
              <a:t>Fig: product details and prices details </a:t>
            </a:r>
          </a:p>
        </p:txBody>
      </p:sp>
      <p:pic>
        <p:nvPicPr>
          <p:cNvPr id="3" name="Picture 2" descr="A screenshot of a website">
            <a:extLst>
              <a:ext uri="{FF2B5EF4-FFF2-40B4-BE49-F238E27FC236}">
                <a16:creationId xmlns:a16="http://schemas.microsoft.com/office/drawing/2014/main" id="{FD540A3C-E958-E7EA-C15A-1DFC875A1D08}"/>
              </a:ext>
            </a:extLst>
          </p:cNvPr>
          <p:cNvPicPr>
            <a:picLocks noChangeAspect="1"/>
          </p:cNvPicPr>
          <p:nvPr/>
        </p:nvPicPr>
        <p:blipFill>
          <a:blip r:embed="rId2"/>
          <a:stretch>
            <a:fillRect/>
          </a:stretch>
        </p:blipFill>
        <p:spPr>
          <a:xfrm>
            <a:off x="1544706" y="1459640"/>
            <a:ext cx="6054587" cy="2883846"/>
          </a:xfrm>
          <a:prstGeom prst="rect">
            <a:avLst/>
          </a:prstGeom>
        </p:spPr>
      </p:pic>
      <p:sp>
        <p:nvSpPr>
          <p:cNvPr id="2" name="TextBox 1">
            <a:extLst>
              <a:ext uri="{FF2B5EF4-FFF2-40B4-BE49-F238E27FC236}">
                <a16:creationId xmlns:a16="http://schemas.microsoft.com/office/drawing/2014/main" id="{099517DE-A084-2082-8D5A-27BFC17E43B8}"/>
              </a:ext>
            </a:extLst>
          </p:cNvPr>
          <p:cNvSpPr txBox="1"/>
          <p:nvPr/>
        </p:nvSpPr>
        <p:spPr>
          <a:xfrm>
            <a:off x="801303" y="229417"/>
            <a:ext cx="7135319" cy="786754"/>
          </a:xfrm>
          <a:prstGeom prst="rect">
            <a:avLst/>
          </a:prstGeom>
          <a:noFill/>
        </p:spPr>
        <p:txBody>
          <a:bodyPr wrap="square" rtlCol="0">
            <a:spAutoFit/>
          </a:bodyPr>
          <a:lstStyle/>
          <a:p>
            <a:pPr algn="just">
              <a:lnSpc>
                <a:spcPct val="150000"/>
              </a:lnSpc>
            </a:pPr>
            <a:r>
              <a:rPr lang="en-IN" sz="1600" b="1">
                <a:latin typeface="Times New Roman" panose="02020603050405020304" pitchFamily="18" charset="0"/>
                <a:cs typeface="Times New Roman" panose="02020603050405020304" pitchFamily="18" charset="0"/>
              </a:rPr>
              <a:t>Product search: </a:t>
            </a:r>
            <a:r>
              <a:rPr lang="en-IN" sz="1600">
                <a:latin typeface="Times New Roman" panose="02020603050405020304" pitchFamily="18" charset="0"/>
                <a:cs typeface="Times New Roman" panose="02020603050405020304" pitchFamily="18" charset="0"/>
              </a:rPr>
              <a:t>when you search for a product it shows the best two websites and prices are displayed </a:t>
            </a:r>
            <a:endParaRPr lang="en-IN" sz="16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1352514"/>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ell phone with a screen on it&#10;&#10;AI-generated content may be incorrect.">
            <a:extLst>
              <a:ext uri="{FF2B5EF4-FFF2-40B4-BE49-F238E27FC236}">
                <a16:creationId xmlns:a16="http://schemas.microsoft.com/office/drawing/2014/main" id="{FE6BE0CD-3E2B-25A7-509E-328F798DB2EC}"/>
              </a:ext>
            </a:extLst>
          </p:cNvPr>
          <p:cNvPicPr>
            <a:picLocks noChangeAspect="1"/>
          </p:cNvPicPr>
          <p:nvPr/>
        </p:nvPicPr>
        <p:blipFill>
          <a:blip r:embed="rId2"/>
          <a:stretch>
            <a:fillRect/>
          </a:stretch>
        </p:blipFill>
        <p:spPr>
          <a:xfrm>
            <a:off x="1653916" y="1320082"/>
            <a:ext cx="5129134" cy="2949303"/>
          </a:xfrm>
          <a:prstGeom prst="rect">
            <a:avLst/>
          </a:prstGeom>
        </p:spPr>
      </p:pic>
      <p:sp>
        <p:nvSpPr>
          <p:cNvPr id="8" name="TextBox 7">
            <a:extLst>
              <a:ext uri="{FF2B5EF4-FFF2-40B4-BE49-F238E27FC236}">
                <a16:creationId xmlns:a16="http://schemas.microsoft.com/office/drawing/2014/main" id="{41ADC9D3-A708-1572-59BB-E0169FF45B09}"/>
              </a:ext>
            </a:extLst>
          </p:cNvPr>
          <p:cNvSpPr txBox="1"/>
          <p:nvPr/>
        </p:nvSpPr>
        <p:spPr>
          <a:xfrm>
            <a:off x="3272478" y="4253217"/>
            <a:ext cx="4572000" cy="307777"/>
          </a:xfrm>
          <a:prstGeom prst="rect">
            <a:avLst/>
          </a:prstGeom>
          <a:noFill/>
        </p:spPr>
        <p:txBody>
          <a:bodyPr wrap="square">
            <a:spAutoFit/>
          </a:bodyPr>
          <a:lstStyle/>
          <a:p>
            <a:r>
              <a:rPr lang="en-IN">
                <a:latin typeface="Times New Roman" panose="02020603050405020304" pitchFamily="18" charset="0"/>
                <a:cs typeface="Times New Roman" panose="02020603050405020304" pitchFamily="18" charset="0"/>
              </a:rPr>
              <a:t>Fig: iPhone 16(product)</a:t>
            </a:r>
          </a:p>
        </p:txBody>
      </p:sp>
      <p:sp>
        <p:nvSpPr>
          <p:cNvPr id="2" name="TextBox 1">
            <a:extLst>
              <a:ext uri="{FF2B5EF4-FFF2-40B4-BE49-F238E27FC236}">
                <a16:creationId xmlns:a16="http://schemas.microsoft.com/office/drawing/2014/main" id="{E7DB8271-2AD0-D9B3-9731-C15A2FE48848}"/>
              </a:ext>
            </a:extLst>
          </p:cNvPr>
          <p:cNvSpPr txBox="1"/>
          <p:nvPr/>
        </p:nvSpPr>
        <p:spPr>
          <a:xfrm>
            <a:off x="794478" y="241719"/>
            <a:ext cx="7187783" cy="786754"/>
          </a:xfrm>
          <a:prstGeom prst="rect">
            <a:avLst/>
          </a:prstGeom>
          <a:noFill/>
        </p:spPr>
        <p:txBody>
          <a:bodyPr wrap="square" rtlCol="0">
            <a:spAutoFit/>
          </a:bodyPr>
          <a:lstStyle/>
          <a:p>
            <a:pPr algn="just">
              <a:lnSpc>
                <a:spcPct val="150000"/>
              </a:lnSpc>
            </a:pPr>
            <a:r>
              <a:rPr lang="en-IN" sz="1600" b="1">
                <a:latin typeface="Times New Roman" panose="02020603050405020304" pitchFamily="18" charset="0"/>
                <a:cs typeface="Times New Roman" panose="02020603050405020304" pitchFamily="18" charset="0"/>
              </a:rPr>
              <a:t>Product(iPhone 16):</a:t>
            </a:r>
            <a:r>
              <a:rPr lang="en-IN" sz="1600">
                <a:latin typeface="Times New Roman" panose="02020603050405020304" pitchFamily="18" charset="0"/>
                <a:cs typeface="Times New Roman" panose="02020603050405020304" pitchFamily="18" charset="0"/>
              </a:rPr>
              <a:t> when you click on buy now the page will be directed to that particular website</a:t>
            </a:r>
            <a:endParaRPr lang="en-IN" sz="16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4136922"/>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28208F3-7702-1EE5-A53D-78CA475D84E4}"/>
              </a:ext>
            </a:extLst>
          </p:cNvPr>
          <p:cNvSpPr txBox="1"/>
          <p:nvPr/>
        </p:nvSpPr>
        <p:spPr>
          <a:xfrm>
            <a:off x="3895340" y="4318063"/>
            <a:ext cx="1117614" cy="307777"/>
          </a:xfrm>
          <a:prstGeom prst="rect">
            <a:avLst/>
          </a:prstGeom>
          <a:noFill/>
        </p:spPr>
        <p:txBody>
          <a:bodyPr wrap="none" rtlCol="0">
            <a:spAutoFit/>
          </a:bodyPr>
          <a:lstStyle/>
          <a:p>
            <a:r>
              <a:rPr lang="en-IN">
                <a:latin typeface="Times New Roman" panose="02020603050405020304" pitchFamily="18" charset="0"/>
                <a:cs typeface="Times New Roman" panose="02020603050405020304" pitchFamily="18" charset="0"/>
              </a:rPr>
              <a:t>Fig: Wishlist</a:t>
            </a:r>
          </a:p>
        </p:txBody>
      </p:sp>
      <p:pic>
        <p:nvPicPr>
          <p:cNvPr id="5" name="Picture 4" descr="A screenshot of a computer">
            <a:extLst>
              <a:ext uri="{FF2B5EF4-FFF2-40B4-BE49-F238E27FC236}">
                <a16:creationId xmlns:a16="http://schemas.microsoft.com/office/drawing/2014/main" id="{BCE4EB7E-5258-59B0-592D-F72B2388750F}"/>
              </a:ext>
            </a:extLst>
          </p:cNvPr>
          <p:cNvPicPr>
            <a:picLocks noChangeAspect="1"/>
          </p:cNvPicPr>
          <p:nvPr/>
        </p:nvPicPr>
        <p:blipFill>
          <a:blip r:embed="rId2"/>
          <a:stretch>
            <a:fillRect/>
          </a:stretch>
        </p:blipFill>
        <p:spPr>
          <a:xfrm>
            <a:off x="1272577" y="1161738"/>
            <a:ext cx="6363140" cy="3080458"/>
          </a:xfrm>
          <a:prstGeom prst="rect">
            <a:avLst/>
          </a:prstGeom>
        </p:spPr>
      </p:pic>
      <p:sp>
        <p:nvSpPr>
          <p:cNvPr id="2" name="TextBox 1">
            <a:extLst>
              <a:ext uri="{FF2B5EF4-FFF2-40B4-BE49-F238E27FC236}">
                <a16:creationId xmlns:a16="http://schemas.microsoft.com/office/drawing/2014/main" id="{7EB98DB0-9CCF-D5D2-0035-838BEC8F8600}"/>
              </a:ext>
            </a:extLst>
          </p:cNvPr>
          <p:cNvSpPr txBox="1"/>
          <p:nvPr/>
        </p:nvSpPr>
        <p:spPr>
          <a:xfrm>
            <a:off x="749509" y="209862"/>
            <a:ext cx="7292714" cy="1156086"/>
          </a:xfrm>
          <a:prstGeom prst="rect">
            <a:avLst/>
          </a:prstGeom>
          <a:noFill/>
        </p:spPr>
        <p:txBody>
          <a:bodyPr wrap="square" rtlCol="0">
            <a:spAutoFit/>
          </a:bodyPr>
          <a:lstStyle/>
          <a:p>
            <a:pPr algn="just">
              <a:lnSpc>
                <a:spcPct val="150000"/>
              </a:lnSpc>
            </a:pPr>
            <a:r>
              <a:rPr lang="en-IN" sz="1600" b="1">
                <a:latin typeface="Times New Roman" panose="02020603050405020304" pitchFamily="18" charset="0"/>
                <a:cs typeface="Times New Roman" panose="02020603050405020304" pitchFamily="18" charset="0"/>
              </a:rPr>
              <a:t>Wishlist:</a:t>
            </a:r>
            <a:r>
              <a:rPr lang="en-IN" sz="1600">
                <a:latin typeface="Times New Roman" panose="02020603050405020304" pitchFamily="18" charset="0"/>
                <a:cs typeface="Times New Roman" panose="02020603050405020304" pitchFamily="18" charset="0"/>
              </a:rPr>
              <a:t> where it allows users to create personalized collections of product they want to buy and save them for future reference</a:t>
            </a:r>
          </a:p>
          <a:p>
            <a:pPr algn="just">
              <a:lnSpc>
                <a:spcPct val="150000"/>
              </a:lnSpc>
            </a:pPr>
            <a:endParaRPr lang="en-IN" sz="16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0714454"/>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a:extLst>
              <a:ext uri="{FF2B5EF4-FFF2-40B4-BE49-F238E27FC236}">
                <a16:creationId xmlns:a16="http://schemas.microsoft.com/office/drawing/2014/main" id="{3F486181-2658-C0E9-FCD5-3F095C9B965B}"/>
              </a:ext>
            </a:extLst>
          </p:cNvPr>
          <p:cNvPicPr>
            <a:picLocks noChangeAspect="1"/>
          </p:cNvPicPr>
          <p:nvPr/>
        </p:nvPicPr>
        <p:blipFill>
          <a:blip r:embed="rId2"/>
          <a:stretch>
            <a:fillRect/>
          </a:stretch>
        </p:blipFill>
        <p:spPr>
          <a:xfrm>
            <a:off x="1221698" y="898676"/>
            <a:ext cx="6355830" cy="3346148"/>
          </a:xfrm>
          <a:prstGeom prst="rect">
            <a:avLst/>
          </a:prstGeom>
        </p:spPr>
      </p:pic>
      <p:sp>
        <p:nvSpPr>
          <p:cNvPr id="6" name="TextBox 5">
            <a:extLst>
              <a:ext uri="{FF2B5EF4-FFF2-40B4-BE49-F238E27FC236}">
                <a16:creationId xmlns:a16="http://schemas.microsoft.com/office/drawing/2014/main" id="{41C59800-4E61-4213-F93C-E21A68272DE5}"/>
              </a:ext>
            </a:extLst>
          </p:cNvPr>
          <p:cNvSpPr txBox="1"/>
          <p:nvPr/>
        </p:nvSpPr>
        <p:spPr>
          <a:xfrm>
            <a:off x="3580527" y="4272643"/>
            <a:ext cx="1366080" cy="307777"/>
          </a:xfrm>
          <a:prstGeom prst="rect">
            <a:avLst/>
          </a:prstGeom>
          <a:noFill/>
        </p:spPr>
        <p:txBody>
          <a:bodyPr wrap="none" rtlCol="0">
            <a:spAutoFit/>
          </a:bodyPr>
          <a:lstStyle/>
          <a:p>
            <a:r>
              <a:rPr lang="en-IN">
                <a:latin typeface="Times New Roman" panose="02020603050405020304" pitchFamily="18" charset="0"/>
                <a:cs typeface="Times New Roman" panose="02020603050405020304" pitchFamily="18" charset="0"/>
              </a:rPr>
              <a:t>Fig:Admin Page</a:t>
            </a:r>
          </a:p>
        </p:txBody>
      </p:sp>
      <p:sp>
        <p:nvSpPr>
          <p:cNvPr id="2" name="TextBox 1">
            <a:extLst>
              <a:ext uri="{FF2B5EF4-FFF2-40B4-BE49-F238E27FC236}">
                <a16:creationId xmlns:a16="http://schemas.microsoft.com/office/drawing/2014/main" id="{5452C8C0-DC4D-6562-B02C-C772554004F4}"/>
              </a:ext>
            </a:extLst>
          </p:cNvPr>
          <p:cNvSpPr txBox="1"/>
          <p:nvPr/>
        </p:nvSpPr>
        <p:spPr>
          <a:xfrm>
            <a:off x="764499" y="259019"/>
            <a:ext cx="8012242" cy="417165"/>
          </a:xfrm>
          <a:prstGeom prst="rect">
            <a:avLst/>
          </a:prstGeom>
          <a:noFill/>
        </p:spPr>
        <p:txBody>
          <a:bodyPr wrap="square" rtlCol="0">
            <a:spAutoFit/>
          </a:bodyPr>
          <a:lstStyle/>
          <a:p>
            <a:pPr algn="just">
              <a:lnSpc>
                <a:spcPct val="150000"/>
              </a:lnSpc>
            </a:pPr>
            <a:r>
              <a:rPr lang="en-IN" sz="1600" b="1" dirty="0">
                <a:latin typeface="Times New Roman" panose="02020603050405020304" pitchFamily="18" charset="0"/>
                <a:cs typeface="Times New Roman" panose="02020603050405020304" pitchFamily="18" charset="0"/>
              </a:rPr>
              <a:t>Admin Page</a:t>
            </a:r>
            <a:r>
              <a:rPr lang="en-IN" sz="1600" dirty="0">
                <a:latin typeface="Times New Roman" panose="02020603050405020304" pitchFamily="18" charset="0"/>
                <a:cs typeface="Times New Roman" panose="02020603050405020304" pitchFamily="18" charset="0"/>
              </a:rPr>
              <a:t>: It stores the users logins and also check status of the user</a:t>
            </a:r>
          </a:p>
        </p:txBody>
      </p:sp>
    </p:spTree>
    <p:extLst>
      <p:ext uri="{BB962C8B-B14F-4D97-AF65-F5344CB8AC3E}">
        <p14:creationId xmlns:p14="http://schemas.microsoft.com/office/powerpoint/2010/main" val="778241117"/>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1A6B-7688-32AE-4A38-DF399BA89052}"/>
              </a:ext>
            </a:extLst>
          </p:cNvPr>
          <p:cNvSpPr>
            <a:spLocks noGrp="1"/>
          </p:cNvSpPr>
          <p:nvPr>
            <p:ph type="title"/>
          </p:nvPr>
        </p:nvSpPr>
        <p:spPr>
          <a:xfrm>
            <a:off x="657922" y="81776"/>
            <a:ext cx="7620000" cy="857250"/>
          </a:xfrm>
        </p:spPr>
        <p:txBody>
          <a:bodyPr/>
          <a:lstStyle/>
          <a:p>
            <a:pPr algn="just"/>
            <a:r>
              <a:rPr lang="en-US" sz="1400" dirty="0">
                <a:latin typeface="Times New Roman" panose="02020603050405020304" pitchFamily="18" charset="0"/>
                <a:cs typeface="Times New Roman" panose="02020603050405020304" pitchFamily="18" charset="0"/>
              </a:rPr>
              <a:t>Store data </a:t>
            </a:r>
            <a:r>
              <a:rPr lang="en-US" sz="1400" b="0" dirty="0">
                <a:latin typeface="Times New Roman" panose="02020603050405020304" pitchFamily="18" charset="0"/>
                <a:cs typeface="Times New Roman" panose="02020603050405020304" pitchFamily="18" charset="0"/>
              </a:rPr>
              <a:t>:It is a Python script that creates and manages a SQLite database for storing product information from multiple e-commerce platforms, enabling price comparison across different stores  while preventing duplicate entries</a:t>
            </a:r>
            <a:r>
              <a:rPr lang="en-US" sz="1400" b="0" dirty="0"/>
              <a:t>.</a:t>
            </a:r>
          </a:p>
        </p:txBody>
      </p:sp>
      <p:pic>
        <p:nvPicPr>
          <p:cNvPr id="4" name="Picture 4">
            <a:extLst>
              <a:ext uri="{FF2B5EF4-FFF2-40B4-BE49-F238E27FC236}">
                <a16:creationId xmlns:a16="http://schemas.microsoft.com/office/drawing/2014/main" id="{8B1F6157-4BD2-BAD0-9DA7-DFE975F1212C}"/>
              </a:ext>
            </a:extLst>
          </p:cNvPr>
          <p:cNvPicPr>
            <a:picLocks noChangeAspect="1"/>
          </p:cNvPicPr>
          <p:nvPr/>
        </p:nvPicPr>
        <p:blipFill>
          <a:blip r:embed="rId2"/>
          <a:stretch>
            <a:fillRect/>
          </a:stretch>
        </p:blipFill>
        <p:spPr>
          <a:xfrm>
            <a:off x="1306358" y="1404454"/>
            <a:ext cx="5825704" cy="2691042"/>
          </a:xfrm>
          <a:prstGeom prst="rect">
            <a:avLst/>
          </a:prstGeom>
        </p:spPr>
      </p:pic>
    </p:spTree>
    <p:extLst>
      <p:ext uri="{BB962C8B-B14F-4D97-AF65-F5344CB8AC3E}">
        <p14:creationId xmlns:p14="http://schemas.microsoft.com/office/powerpoint/2010/main" val="2652488953"/>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7"/>
          <p:cNvSpPr txBox="1">
            <a:spLocks noGrp="1"/>
          </p:cNvSpPr>
          <p:nvPr>
            <p:ph type="title"/>
          </p:nvPr>
        </p:nvSpPr>
        <p:spPr>
          <a:xfrm>
            <a:off x="793595" y="349131"/>
            <a:ext cx="7620000" cy="544551"/>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8.CONCLUSION AND FUTURE SCOPE</a:t>
            </a:r>
            <a:endParaRPr sz="2400"/>
          </a:p>
        </p:txBody>
      </p:sp>
      <p:sp>
        <p:nvSpPr>
          <p:cNvPr id="293" name="Google Shape;293;p27"/>
          <p:cNvSpPr txBox="1">
            <a:spLocks noGrp="1"/>
          </p:cNvSpPr>
          <p:nvPr>
            <p:ph type="body" idx="1"/>
          </p:nvPr>
        </p:nvSpPr>
        <p:spPr>
          <a:xfrm>
            <a:off x="449580" y="1641451"/>
            <a:ext cx="7770758" cy="3131170"/>
          </a:xfrm>
          <a:prstGeom prst="rect">
            <a:avLst/>
          </a:prstGeom>
          <a:noFill/>
          <a:ln>
            <a:noFill/>
          </a:ln>
        </p:spPr>
        <p:txBody>
          <a:bodyPr spcFirstLastPara="1" wrap="square" lIns="91425" tIns="93600" rIns="91425" bIns="45700" anchor="t" anchorCtr="0">
            <a:normAutofit/>
          </a:bodyPr>
          <a:lstStyle/>
          <a:p>
            <a:pPr marL="0" lvl="0" indent="457200" algn="just" rtl="0">
              <a:lnSpc>
                <a:spcPct val="150000"/>
              </a:lnSpc>
              <a:spcBef>
                <a:spcPts val="0"/>
              </a:spcBef>
              <a:spcAft>
                <a:spcPts val="0"/>
              </a:spcAft>
              <a:buSzPts val="1600"/>
              <a:buNone/>
            </a:pPr>
            <a:r>
              <a:rPr lang="en-US" dirty="0">
                <a:latin typeface="Times New Roman"/>
                <a:ea typeface="Times New Roman"/>
                <a:cs typeface="Times New Roman"/>
                <a:sym typeface="Times New Roman"/>
              </a:rPr>
              <a:t>The Price Comparison Website for Online Shopping project aimed to provide users with an intuitive and efficient platform for comparing prices across various online retailers. By aggregating product data from different sources, the website allows customers to make informed purchasing decisions, saving both time and money.</a:t>
            </a:r>
            <a:endParaRPr dirty="0"/>
          </a:p>
          <a:p>
            <a:pPr marL="342900" lvl="0" indent="-241300" algn="just" rtl="0">
              <a:lnSpc>
                <a:spcPct val="150000"/>
              </a:lnSpc>
              <a:spcBef>
                <a:spcPts val="1200"/>
              </a:spcBef>
              <a:spcAft>
                <a:spcPts val="0"/>
              </a:spcAft>
              <a:buSzPts val="1600"/>
              <a:buNone/>
            </a:pPr>
            <a:endParaRPr dirty="0">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B00DCFA8-C8D0-7160-7B82-54F3E87D1E39}"/>
              </a:ext>
            </a:extLst>
          </p:cNvPr>
          <p:cNvSpPr txBox="1"/>
          <p:nvPr/>
        </p:nvSpPr>
        <p:spPr>
          <a:xfrm>
            <a:off x="449580" y="1067511"/>
            <a:ext cx="1794081"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8.1 Conclusion</a:t>
            </a:r>
            <a:endParaRPr lang="en-IN" sz="2000" b="1">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1CE64A9-6A90-4C0A-F5D9-43E335BD2A35}"/>
              </a:ext>
            </a:extLst>
          </p:cNvPr>
          <p:cNvSpPr>
            <a:spLocks noGrp="1"/>
          </p:cNvSpPr>
          <p:nvPr>
            <p:ph type="body" idx="1"/>
          </p:nvPr>
        </p:nvSpPr>
        <p:spPr>
          <a:xfrm>
            <a:off x="349405" y="281942"/>
            <a:ext cx="7867702" cy="4017364"/>
          </a:xfrm>
        </p:spPr>
        <p:txBody>
          <a:bodyPr>
            <a:noAutofit/>
          </a:bodyPr>
          <a:lstStyle/>
          <a:p>
            <a:pPr marL="114300" indent="0" algn="just">
              <a:lnSpc>
                <a:spcPct val="150000"/>
              </a:lnSpc>
              <a:buNone/>
            </a:pPr>
            <a:r>
              <a:rPr lang="en-US" sz="1500" b="1" dirty="0">
                <a:latin typeface="Times New Roman" panose="02020603050405020304" pitchFamily="18" charset="0"/>
                <a:cs typeface="Times New Roman" panose="02020603050405020304" pitchFamily="18" charset="0"/>
              </a:rPr>
              <a:t>Smart Help with AI</a:t>
            </a:r>
            <a:r>
              <a:rPr lang="en-US" sz="1500" dirty="0">
                <a:latin typeface="Times New Roman" panose="02020603050405020304" pitchFamily="18" charset="0"/>
                <a:cs typeface="Times New Roman" panose="02020603050405020304" pitchFamily="18" charset="0"/>
              </a:rPr>
              <a:t>: These websites will learn what you like by looking at what you search for and buy. Then, they’ll show you the best products—not just the cheapest, but the ones with the best value for you.</a:t>
            </a:r>
          </a:p>
          <a:p>
            <a:pPr marL="114300" indent="0" algn="just">
              <a:lnSpc>
                <a:spcPct val="150000"/>
              </a:lnSpc>
              <a:buNone/>
            </a:pPr>
            <a:r>
              <a:rPr lang="en-US" sz="1500" b="1" dirty="0">
                <a:latin typeface="Times New Roman" panose="02020603050405020304" pitchFamily="18" charset="0"/>
                <a:cs typeface="Times New Roman" panose="02020603050405020304" pitchFamily="18" charset="0"/>
              </a:rPr>
              <a:t>Search by Voice or Photo</a:t>
            </a:r>
            <a:r>
              <a:rPr lang="en-US" sz="1500" dirty="0">
                <a:latin typeface="Times New Roman" panose="02020603050405020304" pitchFamily="18" charset="0"/>
                <a:cs typeface="Times New Roman" panose="02020603050405020304" pitchFamily="18" charset="0"/>
              </a:rPr>
              <a:t>: Instead of typing, you’ll be able to just talk or take a picture to find what you’re looking for.</a:t>
            </a:r>
          </a:p>
          <a:p>
            <a:pPr marL="114300" indent="0" algn="just">
              <a:lnSpc>
                <a:spcPct val="150000"/>
              </a:lnSpc>
              <a:buNone/>
            </a:pPr>
            <a:r>
              <a:rPr lang="en-US" sz="1500" b="1" dirty="0">
                <a:latin typeface="Times New Roman" panose="02020603050405020304" pitchFamily="18" charset="0"/>
                <a:cs typeface="Times New Roman" panose="02020603050405020304" pitchFamily="18" charset="0"/>
              </a:rPr>
              <a:t>Live Price Updates</a:t>
            </a:r>
            <a:r>
              <a:rPr lang="en-US" sz="1500" dirty="0">
                <a:latin typeface="Times New Roman" panose="02020603050405020304" pitchFamily="18" charset="0"/>
                <a:cs typeface="Times New Roman" panose="02020603050405020304" pitchFamily="18" charset="0"/>
              </a:rPr>
              <a:t>: Prices online change all the time. Future websites will track prices in real-time and let you know when something gets cheaper.</a:t>
            </a:r>
          </a:p>
          <a:p>
            <a:pPr marL="114300" indent="0" algn="just">
              <a:lnSpc>
                <a:spcPct val="150000"/>
              </a:lnSpc>
              <a:buNone/>
            </a:pPr>
            <a:r>
              <a:rPr lang="en-US" sz="1500" b="1" dirty="0">
                <a:latin typeface="Times New Roman" panose="02020603050405020304" pitchFamily="18" charset="0"/>
                <a:cs typeface="Times New Roman" panose="02020603050405020304" pitchFamily="18" charset="0"/>
              </a:rPr>
              <a:t>Safer Shopping: </a:t>
            </a:r>
            <a:r>
              <a:rPr lang="en-US" sz="1500" dirty="0">
                <a:latin typeface="Times New Roman" panose="02020603050405020304" pitchFamily="18" charset="0"/>
                <a:cs typeface="Times New Roman" panose="02020603050405020304" pitchFamily="18" charset="0"/>
              </a:rPr>
              <a:t>New tech like blockchain will make your online shopping more secure and trustworthy.</a:t>
            </a:r>
          </a:p>
          <a:p>
            <a:pPr marL="114300" indent="0" algn="just">
              <a:lnSpc>
                <a:spcPct val="150000"/>
              </a:lnSpc>
              <a:buNone/>
            </a:pPr>
            <a:r>
              <a:rPr lang="en-US" sz="1500" b="1" dirty="0">
                <a:latin typeface="Times New Roman" panose="02020603050405020304" pitchFamily="18" charset="0"/>
                <a:cs typeface="Times New Roman" panose="02020603050405020304" pitchFamily="18" charset="0"/>
              </a:rPr>
              <a:t>More Business Growth</a:t>
            </a:r>
            <a:r>
              <a:rPr lang="en-US" sz="1500" dirty="0">
                <a:latin typeface="Times New Roman" panose="02020603050405020304" pitchFamily="18" charset="0"/>
                <a:cs typeface="Times New Roman" panose="02020603050405020304" pitchFamily="18" charset="0"/>
              </a:rPr>
              <a:t>: These websites will make money through affiliate links (getting a small fee when you buy through them) but will stay free for users.</a:t>
            </a:r>
          </a:p>
          <a:p>
            <a:pPr marL="114300" indent="0" algn="just">
              <a:lnSpc>
                <a:spcPct val="150000"/>
              </a:lnSpc>
              <a:buNone/>
            </a:pPr>
            <a:endParaRPr lang="en-US" sz="15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4ACFFB9-5BAE-6B66-7582-A5C0DE842E65}"/>
              </a:ext>
            </a:extLst>
          </p:cNvPr>
          <p:cNvSpPr txBox="1"/>
          <p:nvPr/>
        </p:nvSpPr>
        <p:spPr>
          <a:xfrm>
            <a:off x="573124" y="81887"/>
            <a:ext cx="3350302" cy="400110"/>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8.2 Future Scope</a:t>
            </a:r>
            <a:endParaRPr lang="en-IN" sz="20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539105"/>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B0EFC-4F3B-7665-074B-CF8E738D9FCF}"/>
              </a:ext>
            </a:extLst>
          </p:cNvPr>
          <p:cNvSpPr>
            <a:spLocks noGrp="1"/>
          </p:cNvSpPr>
          <p:nvPr>
            <p:ph type="title"/>
          </p:nvPr>
        </p:nvSpPr>
        <p:spPr>
          <a:xfrm>
            <a:off x="2548328" y="-130641"/>
            <a:ext cx="5166610" cy="857250"/>
          </a:xfrm>
        </p:spPr>
        <p:txBody>
          <a:bodyPr/>
          <a:lstStyle/>
          <a:p>
            <a:r>
              <a:rPr lang="en-US" sz="2400"/>
              <a:t>9.REFERENCES</a:t>
            </a:r>
            <a:endParaRPr lang="en-IN" sz="2400"/>
          </a:p>
        </p:txBody>
      </p:sp>
      <p:sp>
        <p:nvSpPr>
          <p:cNvPr id="3" name="Text Placeholder 2">
            <a:extLst>
              <a:ext uri="{FF2B5EF4-FFF2-40B4-BE49-F238E27FC236}">
                <a16:creationId xmlns:a16="http://schemas.microsoft.com/office/drawing/2014/main" id="{149511ED-0EF5-65D7-2D32-71430E76CDD6}"/>
              </a:ext>
            </a:extLst>
          </p:cNvPr>
          <p:cNvSpPr>
            <a:spLocks noGrp="1"/>
          </p:cNvSpPr>
          <p:nvPr>
            <p:ph type="body" idx="1"/>
          </p:nvPr>
        </p:nvSpPr>
        <p:spPr>
          <a:xfrm>
            <a:off x="356840" y="545273"/>
            <a:ext cx="8166318" cy="4492989"/>
          </a:xfrm>
        </p:spPr>
        <p:txBody>
          <a:bodyPr>
            <a:noAutofit/>
          </a:bodyPr>
          <a:lstStyle/>
          <a:p>
            <a:pPr algn="just">
              <a:lnSpc>
                <a:spcPct val="150000"/>
              </a:lnSpc>
              <a:buNone/>
            </a:pPr>
            <a:r>
              <a:rPr lang="en-US" b="0" i="0" dirty="0">
                <a:solidFill>
                  <a:srgbClr val="000000"/>
                </a:solidFill>
                <a:effectLst/>
                <a:latin typeface="Times New Roman" panose="02020603050405020304" pitchFamily="18" charset="0"/>
                <a:cs typeface="Times New Roman" panose="02020603050405020304" pitchFamily="18" charset="0"/>
              </a:rPr>
              <a:t>1.The use of web scraping in computer parts and assembly price comparison</a:t>
            </a:r>
          </a:p>
          <a:p>
            <a:pPr algn="just">
              <a:lnSpc>
                <a:spcPct val="150000"/>
              </a:lnSpc>
              <a:buNone/>
            </a:pPr>
            <a:r>
              <a:rPr lang="en-US" b="0" i="0" dirty="0">
                <a:solidFill>
                  <a:srgbClr val="000000"/>
                </a:solidFill>
                <a:effectLst/>
                <a:latin typeface="Times New Roman" panose="02020603050405020304" pitchFamily="18" charset="0"/>
                <a:cs typeface="Times New Roman" panose="02020603050405020304" pitchFamily="18" charset="0"/>
              </a:rPr>
              <a:t> LR Julian, F Natalia - 2015 3rd International Conference on …, 2017 - </a:t>
            </a:r>
            <a:r>
              <a:rPr lang="en-US" b="0" i="0" dirty="0" err="1">
                <a:solidFill>
                  <a:srgbClr val="000000"/>
                </a:solidFill>
                <a:effectLst/>
                <a:latin typeface="Times New Roman" panose="02020603050405020304" pitchFamily="18" charset="0"/>
                <a:cs typeface="Times New Roman" panose="02020603050405020304" pitchFamily="18" charset="0"/>
              </a:rPr>
              <a:t>ieeexplore.ieee.or</a:t>
            </a:r>
            <a:endParaRPr lang="en-US" b="0" i="0" dirty="0">
              <a:solidFill>
                <a:srgbClr val="000000"/>
              </a:solidFill>
              <a:effectLst/>
              <a:latin typeface="Times New Roman" panose="02020603050405020304" pitchFamily="18" charset="0"/>
              <a:cs typeface="Times New Roman" panose="02020603050405020304" pitchFamily="18" charset="0"/>
            </a:endParaRPr>
          </a:p>
          <a:p>
            <a:pPr algn="just">
              <a:lnSpc>
                <a:spcPct val="150000"/>
              </a:lnSpc>
              <a:buNone/>
            </a:pPr>
            <a:r>
              <a:rPr lang="en-IN" b="0" i="0" dirty="0">
                <a:solidFill>
                  <a:srgbClr val="000000"/>
                </a:solidFill>
                <a:effectLst/>
                <a:latin typeface="Times New Roman" panose="02020603050405020304" pitchFamily="18" charset="0"/>
                <a:cs typeface="Times New Roman" panose="02020603050405020304" pitchFamily="18" charset="0"/>
              </a:rPr>
              <a:t>2. An overview on web scraping techniques and tools. AV </a:t>
            </a:r>
            <a:r>
              <a:rPr lang="en-IN" b="0" i="0" dirty="0" err="1">
                <a:solidFill>
                  <a:srgbClr val="000000"/>
                </a:solidFill>
                <a:effectLst/>
                <a:latin typeface="Times New Roman" panose="02020603050405020304" pitchFamily="18" charset="0"/>
                <a:cs typeface="Times New Roman" panose="02020603050405020304" pitchFamily="18" charset="0"/>
              </a:rPr>
              <a:t>Saurkar</a:t>
            </a:r>
            <a:r>
              <a:rPr lang="en-IN" b="0" i="0" dirty="0">
                <a:solidFill>
                  <a:srgbClr val="000000"/>
                </a:solidFill>
                <a:effectLst/>
                <a:latin typeface="Times New Roman" panose="02020603050405020304" pitchFamily="18" charset="0"/>
                <a:cs typeface="Times New Roman" panose="02020603050405020304" pitchFamily="18" charset="0"/>
              </a:rPr>
              <a:t>, KG </a:t>
            </a:r>
            <a:r>
              <a:rPr lang="en-IN" b="0" i="0" dirty="0" err="1">
                <a:solidFill>
                  <a:srgbClr val="000000"/>
                </a:solidFill>
                <a:effectLst/>
                <a:latin typeface="Times New Roman" panose="02020603050405020304" pitchFamily="18" charset="0"/>
                <a:cs typeface="Times New Roman" panose="02020603050405020304" pitchFamily="18" charset="0"/>
              </a:rPr>
              <a:t>Pathare</a:t>
            </a:r>
            <a:r>
              <a:rPr lang="en-IN" b="0" i="0" dirty="0">
                <a:solidFill>
                  <a:srgbClr val="000000"/>
                </a:solidFill>
                <a:effectLst/>
                <a:latin typeface="Times New Roman" panose="02020603050405020304" pitchFamily="18" charset="0"/>
                <a:cs typeface="Times New Roman" panose="02020603050405020304" pitchFamily="18" charset="0"/>
              </a:rPr>
              <a:t>, SA Gode - </a:t>
            </a:r>
          </a:p>
          <a:p>
            <a:pPr algn="just">
              <a:lnSpc>
                <a:spcPct val="150000"/>
              </a:lnSpc>
              <a:buNone/>
            </a:pPr>
            <a:r>
              <a:rPr lang="en-IN" b="0" i="0" dirty="0">
                <a:solidFill>
                  <a:srgbClr val="000000"/>
                </a:solidFill>
                <a:effectLst/>
                <a:latin typeface="Times New Roman" panose="02020603050405020304" pitchFamily="18" charset="0"/>
                <a:cs typeface="Times New Roman" panose="02020603050405020304" pitchFamily="18" charset="0"/>
              </a:rPr>
              <a:t>International Journal on Future …, 2018 - ijfrcsce.org</a:t>
            </a:r>
          </a:p>
          <a:p>
            <a:pPr algn="just">
              <a:lnSpc>
                <a:spcPct val="150000"/>
              </a:lnSpc>
              <a:buNone/>
            </a:pPr>
            <a:r>
              <a:rPr lang="en-IN" b="0" i="0" dirty="0">
                <a:solidFill>
                  <a:srgbClr val="000000"/>
                </a:solidFill>
                <a:effectLst/>
                <a:latin typeface="Times New Roman" panose="02020603050405020304" pitchFamily="18" charset="0"/>
                <a:cs typeface="Times New Roman" panose="02020603050405020304" pitchFamily="18" charset="0"/>
              </a:rPr>
              <a:t>3. Web scraping for unstructured data over web. GN Chandrika, S </a:t>
            </a:r>
            <a:r>
              <a:rPr lang="en-IN" b="0" i="0" dirty="0" err="1">
                <a:solidFill>
                  <a:srgbClr val="000000"/>
                </a:solidFill>
                <a:effectLst/>
                <a:latin typeface="Times New Roman" panose="02020603050405020304" pitchFamily="18" charset="0"/>
                <a:cs typeface="Times New Roman" panose="02020603050405020304" pitchFamily="18" charset="0"/>
              </a:rPr>
              <a:t>Ramasubbareddy</a:t>
            </a:r>
            <a:r>
              <a:rPr lang="en-IN" b="0" i="0" dirty="0">
                <a:solidFill>
                  <a:srgbClr val="000000"/>
                </a:solidFill>
                <a:effectLst/>
                <a:latin typeface="Times New Roman" panose="02020603050405020304" pitchFamily="18" charset="0"/>
                <a:cs typeface="Times New Roman" panose="02020603050405020304" pitchFamily="18" charset="0"/>
              </a:rPr>
              <a:t>, </a:t>
            </a:r>
          </a:p>
          <a:p>
            <a:pPr algn="just">
              <a:lnSpc>
                <a:spcPct val="150000"/>
              </a:lnSpc>
              <a:buNone/>
            </a:pPr>
            <a:r>
              <a:rPr lang="en-IN" b="0" i="0" dirty="0">
                <a:solidFill>
                  <a:srgbClr val="000000"/>
                </a:solidFill>
                <a:effectLst/>
                <a:latin typeface="Times New Roman" panose="02020603050405020304" pitchFamily="18" charset="0"/>
                <a:cs typeface="Times New Roman" panose="02020603050405020304" pitchFamily="18" charset="0"/>
              </a:rPr>
              <a:t>K Govinda… - Embedded Systems and …, 2020 - Springer</a:t>
            </a:r>
          </a:p>
          <a:p>
            <a:pPr algn="just">
              <a:lnSpc>
                <a:spcPct val="150000"/>
              </a:lnSpc>
              <a:buNone/>
            </a:pPr>
            <a:r>
              <a:rPr lang="en-IN" b="0" i="0" dirty="0">
                <a:solidFill>
                  <a:srgbClr val="000000"/>
                </a:solidFill>
                <a:effectLst/>
                <a:latin typeface="Times New Roman" panose="02020603050405020304" pitchFamily="18" charset="0"/>
                <a:cs typeface="Times New Roman" panose="02020603050405020304" pitchFamily="18" charset="0"/>
              </a:rPr>
              <a:t>4. Web content extraction using contextual rules, Ahmad </a:t>
            </a:r>
            <a:r>
              <a:rPr lang="en-IN" b="0" i="0" dirty="0" err="1">
                <a:solidFill>
                  <a:srgbClr val="000000"/>
                </a:solidFill>
                <a:effectLst/>
                <a:latin typeface="Times New Roman" panose="02020603050405020304" pitchFamily="18" charset="0"/>
                <a:cs typeface="Times New Roman" panose="02020603050405020304" pitchFamily="18" charset="0"/>
              </a:rPr>
              <a:t>Pouramini</a:t>
            </a:r>
            <a:r>
              <a:rPr lang="en-IN" b="0" i="0" dirty="0">
                <a:solidFill>
                  <a:srgbClr val="000000"/>
                </a:solidFill>
                <a:effectLst/>
                <a:latin typeface="Times New Roman" panose="02020603050405020304" pitchFamily="18" charset="0"/>
                <a:cs typeface="Times New Roman" panose="02020603050405020304" pitchFamily="18" charset="0"/>
              </a:rPr>
              <a:t>, Shahram Nasiri          </a:t>
            </a:r>
          </a:p>
          <a:p>
            <a:pPr algn="just">
              <a:lnSpc>
                <a:spcPct val="150000"/>
              </a:lnSpc>
              <a:buNone/>
            </a:pPr>
            <a:r>
              <a:rPr lang="en-IN" b="0" i="0" dirty="0">
                <a:solidFill>
                  <a:srgbClr val="000000"/>
                </a:solidFill>
                <a:effectLst/>
                <a:latin typeface="Times New Roman" panose="02020603050405020304" pitchFamily="18" charset="0"/>
                <a:cs typeface="Times New Roman" panose="02020603050405020304" pitchFamily="18" charset="0"/>
              </a:rPr>
              <a:t> International Conference on Knowledge-based </a:t>
            </a:r>
            <a:r>
              <a:rPr lang="en-IN" b="0" i="0" dirty="0" err="1">
                <a:solidFill>
                  <a:srgbClr val="000000"/>
                </a:solidFill>
                <a:effectLst/>
                <a:latin typeface="Times New Roman" panose="02020603050405020304" pitchFamily="18" charset="0"/>
                <a:cs typeface="Times New Roman" panose="02020603050405020304" pitchFamily="18" charset="0"/>
              </a:rPr>
              <a:t>Modeling</a:t>
            </a:r>
            <a:r>
              <a:rPr lang="en-IN" b="0" i="0" dirty="0">
                <a:solidFill>
                  <a:srgbClr val="000000"/>
                </a:solidFill>
                <a:effectLst/>
                <a:latin typeface="Times New Roman" panose="02020603050405020304" pitchFamily="18" charset="0"/>
                <a:cs typeface="Times New Roman" panose="02020603050405020304" pitchFamily="18" charset="0"/>
              </a:rPr>
              <a:t> and Innovation. IEEE, 2019</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93793"/>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8"/>
          <p:cNvSpPr txBox="1">
            <a:spLocks noGrp="1"/>
          </p:cNvSpPr>
          <p:nvPr>
            <p:ph type="title"/>
          </p:nvPr>
        </p:nvSpPr>
        <p:spPr>
          <a:xfrm>
            <a:off x="457200" y="971549"/>
            <a:ext cx="8411737" cy="2760391"/>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10000"/>
              <a:buFont typeface="Times New Roman"/>
              <a:buNone/>
            </a:pPr>
            <a:r>
              <a:rPr lang="en-US" sz="9600">
                <a:latin typeface="Times New Roman"/>
                <a:ea typeface="Times New Roman"/>
                <a:cs typeface="Times New Roman"/>
                <a:sym typeface="Times New Roman"/>
              </a:rPr>
              <a:t> THANK</a:t>
            </a:r>
            <a:r>
              <a:rPr lang="en-US" sz="10000">
                <a:latin typeface="Times New Roman"/>
                <a:ea typeface="Times New Roman"/>
                <a:cs typeface="Times New Roman"/>
                <a:sym typeface="Times New Roman"/>
              </a:rPr>
              <a:t> YOU</a:t>
            </a:r>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2715</Words>
  <Application>Microsoft Office PowerPoint</Application>
  <PresentationFormat>On-screen Show (16:9)</PresentationFormat>
  <Paragraphs>212</Paragraphs>
  <Slides>47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Times New Roman</vt:lpstr>
      <vt:lpstr>Open Sans</vt:lpstr>
      <vt:lpstr>Arial</vt:lpstr>
      <vt:lpstr>Whitepaper</vt:lpstr>
      <vt:lpstr>PowerPoint Presentation</vt:lpstr>
      <vt:lpstr>CONTENTS</vt:lpstr>
      <vt:lpstr>PowerPoint Presentation</vt:lpstr>
      <vt:lpstr>ABSTRACT</vt:lpstr>
      <vt:lpstr>1.INTRODUCTION</vt:lpstr>
      <vt:lpstr>1.1 Purpose</vt:lpstr>
      <vt:lpstr>1.2 Scope</vt:lpstr>
      <vt:lpstr>PowerPoint Presentation</vt:lpstr>
      <vt:lpstr>PowerPoint Presentation</vt:lpstr>
      <vt:lpstr>PowerPoint Presentation</vt:lpstr>
      <vt:lpstr>3.SYSTEM ANALYSIS</vt:lpstr>
      <vt:lpstr>PowerPoint Presentation</vt:lpstr>
      <vt:lpstr>3.2 Problem statement</vt:lpstr>
      <vt:lpstr>3.3 Proposed System</vt:lpstr>
      <vt:lpstr>PowerPoint Presentation</vt:lpstr>
      <vt:lpstr>PowerPoint Presentation</vt:lpstr>
      <vt:lpstr>4.SYSTEM REQUIREMENT SPECIFICATION</vt:lpstr>
      <vt:lpstr>PowerPoint Presentation</vt:lpstr>
      <vt:lpstr>4.4 Technologies used:</vt:lpstr>
      <vt:lpstr> 5.SYSTEM DESIGN  </vt:lpstr>
      <vt:lpstr>PowerPoint Presentation</vt:lpstr>
      <vt:lpstr>  A data flow diagram shows the way information flows through a process or system. It includes data inputs and outputs, data stores, and the various sub processes the data moves through.</vt:lpstr>
      <vt:lpstr>Use case Diagram  A Use Case Diagram in Unified Modeling Language (UML) is a visual representation that illustrates the interactions between users (actors) and a system. </vt:lpstr>
      <vt:lpstr>Class Diagram  A UML class diagram is a visual tool that represents the structure of a system by showing its classes, attributes, methods, and the relationships between them. </vt:lpstr>
      <vt:lpstr> A sequence diagram in Unified Modeling Language (UML) is a diagram that shows how objects interact over time. It’s a type of interaction diagram that illustrates the order and timing of messages between objects in a system. </vt:lpstr>
      <vt:lpstr>Collaboration Diagram  In UML diagrams, a collaboration is a type of structured classifier in which roles and attributes co-operate to define the internal structure of a classifier</vt:lpstr>
      <vt:lpstr>An activity diagram in Unified Modeling Language (UML) is a flowchart that shows how activities flow through a system or process. It's a type of behavior diagram that models how a system should behave. </vt:lpstr>
      <vt:lpstr>Component Diagram  Component diagrams show the structure of the software system, which describes the software components, their interfaces, and their dependencies</vt:lpstr>
      <vt:lpstr>Deployment Diagram  A deployment diagram shows components and artifacts in relation to where they are used in the deployed system.</vt:lpstr>
      <vt:lpstr>6.IMPLEMENTATION</vt:lpstr>
      <vt:lpstr>PowerPoint Presentation</vt:lpstr>
      <vt:lpstr>PowerPoint Presentation</vt:lpstr>
      <vt:lpstr>PowerPoint Presentation</vt:lpstr>
      <vt:lpstr>PowerPoint Presentation</vt:lpstr>
      <vt:lpstr>7.SYSTEM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Store data :It is a Python script that creates and manages a SQLite database for storing product information from multiple e-commerce platforms, enabling price comparison across different stores  while preventing duplicate entries.</vt:lpstr>
      <vt:lpstr> 8.CONCLUSION AND FUTURE SCOPE</vt:lpstr>
      <vt:lpstr>PowerPoint Presentation</vt:lpstr>
      <vt:lpstr>9.REFERENCES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chilukurimanasamanasa@outlook.com</cp:lastModifiedBy>
  <cp:revision>7</cp:revision>
  <dcterms:created xsi:type="dcterms:W3CDTF">2025-02-19T21:14:39Z</dcterms:created>
  <dcterms:modified xsi:type="dcterms:W3CDTF">2025-06-28T04:00:25Z</dcterms:modified>
</cp:coreProperties>
</file>